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869FCFC-E20D-42CD-8292-FB9E77B80554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494155-FF0D-454B-82A6-6FB1B6F662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144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144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9144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9144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9144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9144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9144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9144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9144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9144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9144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9144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9144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9144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9144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9144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53028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53028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53028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53028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53028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53028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53028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3028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53028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53028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53028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53028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53028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53028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0"/>
          <p:cNvSpPr/>
          <p:nvPr/>
        </p:nvSpPr>
        <p:spPr>
          <a:xfrm>
            <a:off x="53028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1"/>
          <p:cNvSpPr/>
          <p:nvPr/>
        </p:nvSpPr>
        <p:spPr>
          <a:xfrm>
            <a:off x="53028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2"/>
          <p:cNvSpPr/>
          <p:nvPr/>
        </p:nvSpPr>
        <p:spPr>
          <a:xfrm>
            <a:off x="96912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96912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96912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96912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96912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7"/>
          <p:cNvSpPr/>
          <p:nvPr/>
        </p:nvSpPr>
        <p:spPr>
          <a:xfrm>
            <a:off x="96912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8"/>
          <p:cNvSpPr/>
          <p:nvPr/>
        </p:nvSpPr>
        <p:spPr>
          <a:xfrm>
            <a:off x="96912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96912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0"/>
          <p:cNvSpPr/>
          <p:nvPr/>
        </p:nvSpPr>
        <p:spPr>
          <a:xfrm>
            <a:off x="96912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96912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2"/>
          <p:cNvSpPr/>
          <p:nvPr/>
        </p:nvSpPr>
        <p:spPr>
          <a:xfrm>
            <a:off x="96912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96912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4"/>
          <p:cNvSpPr/>
          <p:nvPr/>
        </p:nvSpPr>
        <p:spPr>
          <a:xfrm>
            <a:off x="96912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5"/>
          <p:cNvSpPr/>
          <p:nvPr/>
        </p:nvSpPr>
        <p:spPr>
          <a:xfrm>
            <a:off x="96912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6"/>
          <p:cNvSpPr/>
          <p:nvPr/>
        </p:nvSpPr>
        <p:spPr>
          <a:xfrm>
            <a:off x="96912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7"/>
          <p:cNvSpPr/>
          <p:nvPr/>
        </p:nvSpPr>
        <p:spPr>
          <a:xfrm>
            <a:off x="96912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8"/>
          <p:cNvSpPr/>
          <p:nvPr/>
        </p:nvSpPr>
        <p:spPr>
          <a:xfrm>
            <a:off x="140832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9"/>
          <p:cNvSpPr/>
          <p:nvPr/>
        </p:nvSpPr>
        <p:spPr>
          <a:xfrm>
            <a:off x="140832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0"/>
          <p:cNvSpPr/>
          <p:nvPr/>
        </p:nvSpPr>
        <p:spPr>
          <a:xfrm>
            <a:off x="140832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1"/>
          <p:cNvSpPr/>
          <p:nvPr/>
        </p:nvSpPr>
        <p:spPr>
          <a:xfrm>
            <a:off x="140832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52"/>
          <p:cNvSpPr/>
          <p:nvPr/>
        </p:nvSpPr>
        <p:spPr>
          <a:xfrm>
            <a:off x="140832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3"/>
          <p:cNvSpPr/>
          <p:nvPr/>
        </p:nvSpPr>
        <p:spPr>
          <a:xfrm>
            <a:off x="140832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4"/>
          <p:cNvSpPr/>
          <p:nvPr/>
        </p:nvSpPr>
        <p:spPr>
          <a:xfrm>
            <a:off x="140832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5"/>
          <p:cNvSpPr/>
          <p:nvPr/>
        </p:nvSpPr>
        <p:spPr>
          <a:xfrm>
            <a:off x="140832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6"/>
          <p:cNvSpPr/>
          <p:nvPr/>
        </p:nvSpPr>
        <p:spPr>
          <a:xfrm>
            <a:off x="140832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7"/>
          <p:cNvSpPr/>
          <p:nvPr/>
        </p:nvSpPr>
        <p:spPr>
          <a:xfrm>
            <a:off x="140832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58"/>
          <p:cNvSpPr/>
          <p:nvPr/>
        </p:nvSpPr>
        <p:spPr>
          <a:xfrm>
            <a:off x="140832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59"/>
          <p:cNvSpPr/>
          <p:nvPr/>
        </p:nvSpPr>
        <p:spPr>
          <a:xfrm>
            <a:off x="140832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60"/>
          <p:cNvSpPr/>
          <p:nvPr/>
        </p:nvSpPr>
        <p:spPr>
          <a:xfrm>
            <a:off x="140832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61"/>
          <p:cNvSpPr/>
          <p:nvPr/>
        </p:nvSpPr>
        <p:spPr>
          <a:xfrm>
            <a:off x="140832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2"/>
          <p:cNvSpPr/>
          <p:nvPr/>
        </p:nvSpPr>
        <p:spPr>
          <a:xfrm>
            <a:off x="140832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3"/>
          <p:cNvSpPr/>
          <p:nvPr/>
        </p:nvSpPr>
        <p:spPr>
          <a:xfrm>
            <a:off x="140832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64"/>
          <p:cNvSpPr/>
          <p:nvPr/>
        </p:nvSpPr>
        <p:spPr>
          <a:xfrm>
            <a:off x="184716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5"/>
          <p:cNvSpPr/>
          <p:nvPr/>
        </p:nvSpPr>
        <p:spPr>
          <a:xfrm>
            <a:off x="184716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6"/>
          <p:cNvSpPr/>
          <p:nvPr/>
        </p:nvSpPr>
        <p:spPr>
          <a:xfrm>
            <a:off x="184716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7"/>
          <p:cNvSpPr/>
          <p:nvPr/>
        </p:nvSpPr>
        <p:spPr>
          <a:xfrm>
            <a:off x="184716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68"/>
          <p:cNvSpPr/>
          <p:nvPr/>
        </p:nvSpPr>
        <p:spPr>
          <a:xfrm>
            <a:off x="184716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69"/>
          <p:cNvSpPr/>
          <p:nvPr/>
        </p:nvSpPr>
        <p:spPr>
          <a:xfrm>
            <a:off x="184716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70"/>
          <p:cNvSpPr/>
          <p:nvPr/>
        </p:nvSpPr>
        <p:spPr>
          <a:xfrm>
            <a:off x="184716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71"/>
          <p:cNvSpPr/>
          <p:nvPr/>
        </p:nvSpPr>
        <p:spPr>
          <a:xfrm>
            <a:off x="184716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72"/>
          <p:cNvSpPr/>
          <p:nvPr/>
        </p:nvSpPr>
        <p:spPr>
          <a:xfrm>
            <a:off x="184716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73"/>
          <p:cNvSpPr/>
          <p:nvPr/>
        </p:nvSpPr>
        <p:spPr>
          <a:xfrm>
            <a:off x="184716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4"/>
          <p:cNvSpPr/>
          <p:nvPr/>
        </p:nvSpPr>
        <p:spPr>
          <a:xfrm>
            <a:off x="184716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75"/>
          <p:cNvSpPr/>
          <p:nvPr/>
        </p:nvSpPr>
        <p:spPr>
          <a:xfrm>
            <a:off x="184716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76"/>
          <p:cNvSpPr/>
          <p:nvPr/>
        </p:nvSpPr>
        <p:spPr>
          <a:xfrm>
            <a:off x="184716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7"/>
          <p:cNvSpPr/>
          <p:nvPr/>
        </p:nvSpPr>
        <p:spPr>
          <a:xfrm>
            <a:off x="184716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78"/>
          <p:cNvSpPr/>
          <p:nvPr/>
        </p:nvSpPr>
        <p:spPr>
          <a:xfrm>
            <a:off x="184716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9"/>
          <p:cNvSpPr/>
          <p:nvPr/>
        </p:nvSpPr>
        <p:spPr>
          <a:xfrm>
            <a:off x="184716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0"/>
          <p:cNvSpPr/>
          <p:nvPr/>
        </p:nvSpPr>
        <p:spPr>
          <a:xfrm>
            <a:off x="228600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81"/>
          <p:cNvSpPr/>
          <p:nvPr/>
        </p:nvSpPr>
        <p:spPr>
          <a:xfrm>
            <a:off x="228600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82"/>
          <p:cNvSpPr/>
          <p:nvPr/>
        </p:nvSpPr>
        <p:spPr>
          <a:xfrm>
            <a:off x="228600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83"/>
          <p:cNvSpPr/>
          <p:nvPr/>
        </p:nvSpPr>
        <p:spPr>
          <a:xfrm>
            <a:off x="228600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84"/>
          <p:cNvSpPr/>
          <p:nvPr/>
        </p:nvSpPr>
        <p:spPr>
          <a:xfrm>
            <a:off x="228600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85"/>
          <p:cNvSpPr/>
          <p:nvPr/>
        </p:nvSpPr>
        <p:spPr>
          <a:xfrm>
            <a:off x="228600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86"/>
          <p:cNvSpPr/>
          <p:nvPr/>
        </p:nvSpPr>
        <p:spPr>
          <a:xfrm>
            <a:off x="228600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87"/>
          <p:cNvSpPr/>
          <p:nvPr/>
        </p:nvSpPr>
        <p:spPr>
          <a:xfrm>
            <a:off x="228600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88"/>
          <p:cNvSpPr/>
          <p:nvPr/>
        </p:nvSpPr>
        <p:spPr>
          <a:xfrm>
            <a:off x="228600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89"/>
          <p:cNvSpPr/>
          <p:nvPr/>
        </p:nvSpPr>
        <p:spPr>
          <a:xfrm>
            <a:off x="228600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90"/>
          <p:cNvSpPr/>
          <p:nvPr/>
        </p:nvSpPr>
        <p:spPr>
          <a:xfrm>
            <a:off x="228600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91"/>
          <p:cNvSpPr/>
          <p:nvPr/>
        </p:nvSpPr>
        <p:spPr>
          <a:xfrm>
            <a:off x="228600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92"/>
          <p:cNvSpPr/>
          <p:nvPr/>
        </p:nvSpPr>
        <p:spPr>
          <a:xfrm>
            <a:off x="228600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93"/>
          <p:cNvSpPr/>
          <p:nvPr/>
        </p:nvSpPr>
        <p:spPr>
          <a:xfrm>
            <a:off x="228600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94"/>
          <p:cNvSpPr/>
          <p:nvPr/>
        </p:nvSpPr>
        <p:spPr>
          <a:xfrm>
            <a:off x="228600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95"/>
          <p:cNvSpPr/>
          <p:nvPr/>
        </p:nvSpPr>
        <p:spPr>
          <a:xfrm>
            <a:off x="228600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96"/>
          <p:cNvSpPr/>
          <p:nvPr/>
        </p:nvSpPr>
        <p:spPr>
          <a:xfrm>
            <a:off x="272484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97"/>
          <p:cNvSpPr/>
          <p:nvPr/>
        </p:nvSpPr>
        <p:spPr>
          <a:xfrm>
            <a:off x="272484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98"/>
          <p:cNvSpPr/>
          <p:nvPr/>
        </p:nvSpPr>
        <p:spPr>
          <a:xfrm>
            <a:off x="272484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99"/>
          <p:cNvSpPr/>
          <p:nvPr/>
        </p:nvSpPr>
        <p:spPr>
          <a:xfrm>
            <a:off x="272484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00"/>
          <p:cNvSpPr/>
          <p:nvPr/>
        </p:nvSpPr>
        <p:spPr>
          <a:xfrm>
            <a:off x="272484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01"/>
          <p:cNvSpPr/>
          <p:nvPr/>
        </p:nvSpPr>
        <p:spPr>
          <a:xfrm>
            <a:off x="272484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02"/>
          <p:cNvSpPr/>
          <p:nvPr/>
        </p:nvSpPr>
        <p:spPr>
          <a:xfrm>
            <a:off x="272484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03"/>
          <p:cNvSpPr/>
          <p:nvPr/>
        </p:nvSpPr>
        <p:spPr>
          <a:xfrm>
            <a:off x="272484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04"/>
          <p:cNvSpPr/>
          <p:nvPr/>
        </p:nvSpPr>
        <p:spPr>
          <a:xfrm>
            <a:off x="272484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05"/>
          <p:cNvSpPr/>
          <p:nvPr/>
        </p:nvSpPr>
        <p:spPr>
          <a:xfrm>
            <a:off x="272484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06"/>
          <p:cNvSpPr/>
          <p:nvPr/>
        </p:nvSpPr>
        <p:spPr>
          <a:xfrm>
            <a:off x="272484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07"/>
          <p:cNvSpPr/>
          <p:nvPr/>
        </p:nvSpPr>
        <p:spPr>
          <a:xfrm>
            <a:off x="272484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08"/>
          <p:cNvSpPr/>
          <p:nvPr/>
        </p:nvSpPr>
        <p:spPr>
          <a:xfrm>
            <a:off x="272484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09"/>
          <p:cNvSpPr/>
          <p:nvPr/>
        </p:nvSpPr>
        <p:spPr>
          <a:xfrm>
            <a:off x="272484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10"/>
          <p:cNvSpPr/>
          <p:nvPr/>
        </p:nvSpPr>
        <p:spPr>
          <a:xfrm>
            <a:off x="272484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11"/>
          <p:cNvSpPr/>
          <p:nvPr/>
        </p:nvSpPr>
        <p:spPr>
          <a:xfrm>
            <a:off x="272484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12"/>
          <p:cNvSpPr/>
          <p:nvPr/>
        </p:nvSpPr>
        <p:spPr>
          <a:xfrm>
            <a:off x="316368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13"/>
          <p:cNvSpPr/>
          <p:nvPr/>
        </p:nvSpPr>
        <p:spPr>
          <a:xfrm>
            <a:off x="316368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14"/>
          <p:cNvSpPr/>
          <p:nvPr/>
        </p:nvSpPr>
        <p:spPr>
          <a:xfrm>
            <a:off x="316368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15"/>
          <p:cNvSpPr/>
          <p:nvPr/>
        </p:nvSpPr>
        <p:spPr>
          <a:xfrm>
            <a:off x="316368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16"/>
          <p:cNvSpPr/>
          <p:nvPr/>
        </p:nvSpPr>
        <p:spPr>
          <a:xfrm>
            <a:off x="316368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17"/>
          <p:cNvSpPr/>
          <p:nvPr/>
        </p:nvSpPr>
        <p:spPr>
          <a:xfrm>
            <a:off x="316368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18"/>
          <p:cNvSpPr/>
          <p:nvPr/>
        </p:nvSpPr>
        <p:spPr>
          <a:xfrm>
            <a:off x="316368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19"/>
          <p:cNvSpPr/>
          <p:nvPr/>
        </p:nvSpPr>
        <p:spPr>
          <a:xfrm>
            <a:off x="316368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20"/>
          <p:cNvSpPr/>
          <p:nvPr/>
        </p:nvSpPr>
        <p:spPr>
          <a:xfrm>
            <a:off x="316368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21"/>
          <p:cNvSpPr/>
          <p:nvPr/>
        </p:nvSpPr>
        <p:spPr>
          <a:xfrm>
            <a:off x="316368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22"/>
          <p:cNvSpPr/>
          <p:nvPr/>
        </p:nvSpPr>
        <p:spPr>
          <a:xfrm>
            <a:off x="316368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23"/>
          <p:cNvSpPr/>
          <p:nvPr/>
        </p:nvSpPr>
        <p:spPr>
          <a:xfrm>
            <a:off x="316368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24"/>
          <p:cNvSpPr/>
          <p:nvPr/>
        </p:nvSpPr>
        <p:spPr>
          <a:xfrm>
            <a:off x="316368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25"/>
          <p:cNvSpPr/>
          <p:nvPr/>
        </p:nvSpPr>
        <p:spPr>
          <a:xfrm>
            <a:off x="316368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26"/>
          <p:cNvSpPr/>
          <p:nvPr/>
        </p:nvSpPr>
        <p:spPr>
          <a:xfrm>
            <a:off x="316368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27"/>
          <p:cNvSpPr/>
          <p:nvPr/>
        </p:nvSpPr>
        <p:spPr>
          <a:xfrm>
            <a:off x="316368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28"/>
          <p:cNvSpPr/>
          <p:nvPr/>
        </p:nvSpPr>
        <p:spPr>
          <a:xfrm>
            <a:off x="360288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29"/>
          <p:cNvSpPr/>
          <p:nvPr/>
        </p:nvSpPr>
        <p:spPr>
          <a:xfrm>
            <a:off x="360288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30"/>
          <p:cNvSpPr/>
          <p:nvPr/>
        </p:nvSpPr>
        <p:spPr>
          <a:xfrm>
            <a:off x="360288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31"/>
          <p:cNvSpPr/>
          <p:nvPr/>
        </p:nvSpPr>
        <p:spPr>
          <a:xfrm>
            <a:off x="360288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32"/>
          <p:cNvSpPr/>
          <p:nvPr/>
        </p:nvSpPr>
        <p:spPr>
          <a:xfrm>
            <a:off x="360288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33"/>
          <p:cNvSpPr/>
          <p:nvPr/>
        </p:nvSpPr>
        <p:spPr>
          <a:xfrm>
            <a:off x="360288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34"/>
          <p:cNvSpPr/>
          <p:nvPr/>
        </p:nvSpPr>
        <p:spPr>
          <a:xfrm>
            <a:off x="360288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35"/>
          <p:cNvSpPr/>
          <p:nvPr/>
        </p:nvSpPr>
        <p:spPr>
          <a:xfrm>
            <a:off x="360288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36"/>
          <p:cNvSpPr/>
          <p:nvPr/>
        </p:nvSpPr>
        <p:spPr>
          <a:xfrm>
            <a:off x="360288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37"/>
          <p:cNvSpPr/>
          <p:nvPr/>
        </p:nvSpPr>
        <p:spPr>
          <a:xfrm>
            <a:off x="360288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38"/>
          <p:cNvSpPr/>
          <p:nvPr/>
        </p:nvSpPr>
        <p:spPr>
          <a:xfrm>
            <a:off x="360288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39"/>
          <p:cNvSpPr/>
          <p:nvPr/>
        </p:nvSpPr>
        <p:spPr>
          <a:xfrm>
            <a:off x="360288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40"/>
          <p:cNvSpPr/>
          <p:nvPr/>
        </p:nvSpPr>
        <p:spPr>
          <a:xfrm>
            <a:off x="360288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41"/>
          <p:cNvSpPr/>
          <p:nvPr/>
        </p:nvSpPr>
        <p:spPr>
          <a:xfrm>
            <a:off x="360288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42"/>
          <p:cNvSpPr/>
          <p:nvPr/>
        </p:nvSpPr>
        <p:spPr>
          <a:xfrm>
            <a:off x="360288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43"/>
          <p:cNvSpPr/>
          <p:nvPr/>
        </p:nvSpPr>
        <p:spPr>
          <a:xfrm>
            <a:off x="360288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44"/>
          <p:cNvSpPr/>
          <p:nvPr/>
        </p:nvSpPr>
        <p:spPr>
          <a:xfrm>
            <a:off x="404172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45"/>
          <p:cNvSpPr/>
          <p:nvPr/>
        </p:nvSpPr>
        <p:spPr>
          <a:xfrm>
            <a:off x="404172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46"/>
          <p:cNvSpPr/>
          <p:nvPr/>
        </p:nvSpPr>
        <p:spPr>
          <a:xfrm>
            <a:off x="404172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47"/>
          <p:cNvSpPr/>
          <p:nvPr/>
        </p:nvSpPr>
        <p:spPr>
          <a:xfrm>
            <a:off x="404172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48"/>
          <p:cNvSpPr/>
          <p:nvPr/>
        </p:nvSpPr>
        <p:spPr>
          <a:xfrm>
            <a:off x="404172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49"/>
          <p:cNvSpPr/>
          <p:nvPr/>
        </p:nvSpPr>
        <p:spPr>
          <a:xfrm>
            <a:off x="404172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50"/>
          <p:cNvSpPr/>
          <p:nvPr/>
        </p:nvSpPr>
        <p:spPr>
          <a:xfrm>
            <a:off x="404172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51"/>
          <p:cNvSpPr/>
          <p:nvPr/>
        </p:nvSpPr>
        <p:spPr>
          <a:xfrm>
            <a:off x="404172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52"/>
          <p:cNvSpPr/>
          <p:nvPr/>
        </p:nvSpPr>
        <p:spPr>
          <a:xfrm>
            <a:off x="404172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53"/>
          <p:cNvSpPr/>
          <p:nvPr/>
        </p:nvSpPr>
        <p:spPr>
          <a:xfrm>
            <a:off x="404172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54"/>
          <p:cNvSpPr/>
          <p:nvPr/>
        </p:nvSpPr>
        <p:spPr>
          <a:xfrm>
            <a:off x="404172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55"/>
          <p:cNvSpPr/>
          <p:nvPr/>
        </p:nvSpPr>
        <p:spPr>
          <a:xfrm>
            <a:off x="404172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56"/>
          <p:cNvSpPr/>
          <p:nvPr/>
        </p:nvSpPr>
        <p:spPr>
          <a:xfrm>
            <a:off x="404172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57"/>
          <p:cNvSpPr/>
          <p:nvPr/>
        </p:nvSpPr>
        <p:spPr>
          <a:xfrm>
            <a:off x="404172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58"/>
          <p:cNvSpPr/>
          <p:nvPr/>
        </p:nvSpPr>
        <p:spPr>
          <a:xfrm>
            <a:off x="404172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59"/>
          <p:cNvSpPr/>
          <p:nvPr/>
        </p:nvSpPr>
        <p:spPr>
          <a:xfrm>
            <a:off x="404172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60"/>
          <p:cNvSpPr/>
          <p:nvPr/>
        </p:nvSpPr>
        <p:spPr>
          <a:xfrm>
            <a:off x="448056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61"/>
          <p:cNvSpPr/>
          <p:nvPr/>
        </p:nvSpPr>
        <p:spPr>
          <a:xfrm>
            <a:off x="448056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62"/>
          <p:cNvSpPr/>
          <p:nvPr/>
        </p:nvSpPr>
        <p:spPr>
          <a:xfrm>
            <a:off x="448056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63"/>
          <p:cNvSpPr/>
          <p:nvPr/>
        </p:nvSpPr>
        <p:spPr>
          <a:xfrm>
            <a:off x="448056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64"/>
          <p:cNvSpPr/>
          <p:nvPr/>
        </p:nvSpPr>
        <p:spPr>
          <a:xfrm>
            <a:off x="448056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65"/>
          <p:cNvSpPr/>
          <p:nvPr/>
        </p:nvSpPr>
        <p:spPr>
          <a:xfrm>
            <a:off x="448056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66"/>
          <p:cNvSpPr/>
          <p:nvPr/>
        </p:nvSpPr>
        <p:spPr>
          <a:xfrm>
            <a:off x="448056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67"/>
          <p:cNvSpPr/>
          <p:nvPr/>
        </p:nvSpPr>
        <p:spPr>
          <a:xfrm>
            <a:off x="448056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68"/>
          <p:cNvSpPr/>
          <p:nvPr/>
        </p:nvSpPr>
        <p:spPr>
          <a:xfrm>
            <a:off x="448056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69"/>
          <p:cNvSpPr/>
          <p:nvPr/>
        </p:nvSpPr>
        <p:spPr>
          <a:xfrm>
            <a:off x="448056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70"/>
          <p:cNvSpPr/>
          <p:nvPr/>
        </p:nvSpPr>
        <p:spPr>
          <a:xfrm>
            <a:off x="448056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71"/>
          <p:cNvSpPr/>
          <p:nvPr/>
        </p:nvSpPr>
        <p:spPr>
          <a:xfrm>
            <a:off x="448056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72"/>
          <p:cNvSpPr/>
          <p:nvPr/>
        </p:nvSpPr>
        <p:spPr>
          <a:xfrm>
            <a:off x="448056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73"/>
          <p:cNvSpPr/>
          <p:nvPr/>
        </p:nvSpPr>
        <p:spPr>
          <a:xfrm>
            <a:off x="448056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74"/>
          <p:cNvSpPr/>
          <p:nvPr/>
        </p:nvSpPr>
        <p:spPr>
          <a:xfrm>
            <a:off x="448056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75"/>
          <p:cNvSpPr/>
          <p:nvPr/>
        </p:nvSpPr>
        <p:spPr>
          <a:xfrm>
            <a:off x="448056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76"/>
          <p:cNvSpPr/>
          <p:nvPr/>
        </p:nvSpPr>
        <p:spPr>
          <a:xfrm>
            <a:off x="491940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77"/>
          <p:cNvSpPr/>
          <p:nvPr/>
        </p:nvSpPr>
        <p:spPr>
          <a:xfrm>
            <a:off x="491940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78"/>
          <p:cNvSpPr/>
          <p:nvPr/>
        </p:nvSpPr>
        <p:spPr>
          <a:xfrm>
            <a:off x="491940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79"/>
          <p:cNvSpPr/>
          <p:nvPr/>
        </p:nvSpPr>
        <p:spPr>
          <a:xfrm>
            <a:off x="491940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80"/>
          <p:cNvSpPr/>
          <p:nvPr/>
        </p:nvSpPr>
        <p:spPr>
          <a:xfrm>
            <a:off x="491940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81"/>
          <p:cNvSpPr/>
          <p:nvPr/>
        </p:nvSpPr>
        <p:spPr>
          <a:xfrm>
            <a:off x="491940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82"/>
          <p:cNvSpPr/>
          <p:nvPr/>
        </p:nvSpPr>
        <p:spPr>
          <a:xfrm>
            <a:off x="491940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83"/>
          <p:cNvSpPr/>
          <p:nvPr/>
        </p:nvSpPr>
        <p:spPr>
          <a:xfrm>
            <a:off x="491940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84"/>
          <p:cNvSpPr/>
          <p:nvPr/>
        </p:nvSpPr>
        <p:spPr>
          <a:xfrm>
            <a:off x="491940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85"/>
          <p:cNvSpPr/>
          <p:nvPr/>
        </p:nvSpPr>
        <p:spPr>
          <a:xfrm>
            <a:off x="491940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86"/>
          <p:cNvSpPr/>
          <p:nvPr/>
        </p:nvSpPr>
        <p:spPr>
          <a:xfrm>
            <a:off x="491940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87"/>
          <p:cNvSpPr/>
          <p:nvPr/>
        </p:nvSpPr>
        <p:spPr>
          <a:xfrm>
            <a:off x="491940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88"/>
          <p:cNvSpPr/>
          <p:nvPr/>
        </p:nvSpPr>
        <p:spPr>
          <a:xfrm>
            <a:off x="491940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89"/>
          <p:cNvSpPr/>
          <p:nvPr/>
        </p:nvSpPr>
        <p:spPr>
          <a:xfrm>
            <a:off x="491940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90"/>
          <p:cNvSpPr/>
          <p:nvPr/>
        </p:nvSpPr>
        <p:spPr>
          <a:xfrm>
            <a:off x="491940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91"/>
          <p:cNvSpPr/>
          <p:nvPr/>
        </p:nvSpPr>
        <p:spPr>
          <a:xfrm>
            <a:off x="491940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92"/>
          <p:cNvSpPr/>
          <p:nvPr/>
        </p:nvSpPr>
        <p:spPr>
          <a:xfrm>
            <a:off x="535824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93"/>
          <p:cNvSpPr/>
          <p:nvPr/>
        </p:nvSpPr>
        <p:spPr>
          <a:xfrm>
            <a:off x="535824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94"/>
          <p:cNvSpPr/>
          <p:nvPr/>
        </p:nvSpPr>
        <p:spPr>
          <a:xfrm>
            <a:off x="535824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95"/>
          <p:cNvSpPr/>
          <p:nvPr/>
        </p:nvSpPr>
        <p:spPr>
          <a:xfrm>
            <a:off x="535824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96"/>
          <p:cNvSpPr/>
          <p:nvPr/>
        </p:nvSpPr>
        <p:spPr>
          <a:xfrm>
            <a:off x="535824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97"/>
          <p:cNvSpPr/>
          <p:nvPr/>
        </p:nvSpPr>
        <p:spPr>
          <a:xfrm>
            <a:off x="535824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98"/>
          <p:cNvSpPr/>
          <p:nvPr/>
        </p:nvSpPr>
        <p:spPr>
          <a:xfrm>
            <a:off x="535824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99"/>
          <p:cNvSpPr/>
          <p:nvPr/>
        </p:nvSpPr>
        <p:spPr>
          <a:xfrm>
            <a:off x="535824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00"/>
          <p:cNvSpPr/>
          <p:nvPr/>
        </p:nvSpPr>
        <p:spPr>
          <a:xfrm>
            <a:off x="535824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01"/>
          <p:cNvSpPr/>
          <p:nvPr/>
        </p:nvSpPr>
        <p:spPr>
          <a:xfrm>
            <a:off x="535824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02"/>
          <p:cNvSpPr/>
          <p:nvPr/>
        </p:nvSpPr>
        <p:spPr>
          <a:xfrm>
            <a:off x="535824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03"/>
          <p:cNvSpPr/>
          <p:nvPr/>
        </p:nvSpPr>
        <p:spPr>
          <a:xfrm>
            <a:off x="535824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04"/>
          <p:cNvSpPr/>
          <p:nvPr/>
        </p:nvSpPr>
        <p:spPr>
          <a:xfrm>
            <a:off x="535824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05"/>
          <p:cNvSpPr/>
          <p:nvPr/>
        </p:nvSpPr>
        <p:spPr>
          <a:xfrm>
            <a:off x="535824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06"/>
          <p:cNvSpPr/>
          <p:nvPr/>
        </p:nvSpPr>
        <p:spPr>
          <a:xfrm>
            <a:off x="535824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07"/>
          <p:cNvSpPr/>
          <p:nvPr/>
        </p:nvSpPr>
        <p:spPr>
          <a:xfrm>
            <a:off x="535824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08"/>
          <p:cNvSpPr/>
          <p:nvPr/>
        </p:nvSpPr>
        <p:spPr>
          <a:xfrm>
            <a:off x="579744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09"/>
          <p:cNvSpPr/>
          <p:nvPr/>
        </p:nvSpPr>
        <p:spPr>
          <a:xfrm>
            <a:off x="579744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10"/>
          <p:cNvSpPr/>
          <p:nvPr/>
        </p:nvSpPr>
        <p:spPr>
          <a:xfrm>
            <a:off x="579744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11"/>
          <p:cNvSpPr/>
          <p:nvPr/>
        </p:nvSpPr>
        <p:spPr>
          <a:xfrm>
            <a:off x="579744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212"/>
          <p:cNvSpPr/>
          <p:nvPr/>
        </p:nvSpPr>
        <p:spPr>
          <a:xfrm>
            <a:off x="579744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13"/>
          <p:cNvSpPr/>
          <p:nvPr/>
        </p:nvSpPr>
        <p:spPr>
          <a:xfrm>
            <a:off x="579744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14"/>
          <p:cNvSpPr/>
          <p:nvPr/>
        </p:nvSpPr>
        <p:spPr>
          <a:xfrm>
            <a:off x="579744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15"/>
          <p:cNvSpPr/>
          <p:nvPr/>
        </p:nvSpPr>
        <p:spPr>
          <a:xfrm>
            <a:off x="579744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16"/>
          <p:cNvSpPr/>
          <p:nvPr/>
        </p:nvSpPr>
        <p:spPr>
          <a:xfrm>
            <a:off x="579744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17"/>
          <p:cNvSpPr/>
          <p:nvPr/>
        </p:nvSpPr>
        <p:spPr>
          <a:xfrm>
            <a:off x="579744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18"/>
          <p:cNvSpPr/>
          <p:nvPr/>
        </p:nvSpPr>
        <p:spPr>
          <a:xfrm>
            <a:off x="579744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19"/>
          <p:cNvSpPr/>
          <p:nvPr/>
        </p:nvSpPr>
        <p:spPr>
          <a:xfrm>
            <a:off x="579744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20"/>
          <p:cNvSpPr/>
          <p:nvPr/>
        </p:nvSpPr>
        <p:spPr>
          <a:xfrm>
            <a:off x="579744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21"/>
          <p:cNvSpPr/>
          <p:nvPr/>
        </p:nvSpPr>
        <p:spPr>
          <a:xfrm>
            <a:off x="579744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22"/>
          <p:cNvSpPr/>
          <p:nvPr/>
        </p:nvSpPr>
        <p:spPr>
          <a:xfrm>
            <a:off x="579744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23"/>
          <p:cNvSpPr/>
          <p:nvPr/>
        </p:nvSpPr>
        <p:spPr>
          <a:xfrm>
            <a:off x="579744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24"/>
          <p:cNvSpPr/>
          <p:nvPr/>
        </p:nvSpPr>
        <p:spPr>
          <a:xfrm>
            <a:off x="623628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25"/>
          <p:cNvSpPr/>
          <p:nvPr/>
        </p:nvSpPr>
        <p:spPr>
          <a:xfrm>
            <a:off x="623628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26"/>
          <p:cNvSpPr/>
          <p:nvPr/>
        </p:nvSpPr>
        <p:spPr>
          <a:xfrm>
            <a:off x="623628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27"/>
          <p:cNvSpPr/>
          <p:nvPr/>
        </p:nvSpPr>
        <p:spPr>
          <a:xfrm>
            <a:off x="623628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28"/>
          <p:cNvSpPr/>
          <p:nvPr/>
        </p:nvSpPr>
        <p:spPr>
          <a:xfrm>
            <a:off x="623628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29"/>
          <p:cNvSpPr/>
          <p:nvPr/>
        </p:nvSpPr>
        <p:spPr>
          <a:xfrm>
            <a:off x="623628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30"/>
          <p:cNvSpPr/>
          <p:nvPr/>
        </p:nvSpPr>
        <p:spPr>
          <a:xfrm>
            <a:off x="623628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31"/>
          <p:cNvSpPr/>
          <p:nvPr/>
        </p:nvSpPr>
        <p:spPr>
          <a:xfrm>
            <a:off x="623628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32"/>
          <p:cNvSpPr/>
          <p:nvPr/>
        </p:nvSpPr>
        <p:spPr>
          <a:xfrm>
            <a:off x="623628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33"/>
          <p:cNvSpPr/>
          <p:nvPr/>
        </p:nvSpPr>
        <p:spPr>
          <a:xfrm>
            <a:off x="623628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34"/>
          <p:cNvSpPr/>
          <p:nvPr/>
        </p:nvSpPr>
        <p:spPr>
          <a:xfrm>
            <a:off x="623628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35"/>
          <p:cNvSpPr/>
          <p:nvPr/>
        </p:nvSpPr>
        <p:spPr>
          <a:xfrm>
            <a:off x="623628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36"/>
          <p:cNvSpPr/>
          <p:nvPr/>
        </p:nvSpPr>
        <p:spPr>
          <a:xfrm>
            <a:off x="623628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37"/>
          <p:cNvSpPr/>
          <p:nvPr/>
        </p:nvSpPr>
        <p:spPr>
          <a:xfrm>
            <a:off x="623628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38"/>
          <p:cNvSpPr/>
          <p:nvPr/>
        </p:nvSpPr>
        <p:spPr>
          <a:xfrm>
            <a:off x="623628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39"/>
          <p:cNvSpPr/>
          <p:nvPr/>
        </p:nvSpPr>
        <p:spPr>
          <a:xfrm>
            <a:off x="623628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40"/>
          <p:cNvSpPr/>
          <p:nvPr/>
        </p:nvSpPr>
        <p:spPr>
          <a:xfrm>
            <a:off x="667512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41"/>
          <p:cNvSpPr/>
          <p:nvPr/>
        </p:nvSpPr>
        <p:spPr>
          <a:xfrm>
            <a:off x="667512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42"/>
          <p:cNvSpPr/>
          <p:nvPr/>
        </p:nvSpPr>
        <p:spPr>
          <a:xfrm>
            <a:off x="667512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43"/>
          <p:cNvSpPr/>
          <p:nvPr/>
        </p:nvSpPr>
        <p:spPr>
          <a:xfrm>
            <a:off x="667512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44"/>
          <p:cNvSpPr/>
          <p:nvPr/>
        </p:nvSpPr>
        <p:spPr>
          <a:xfrm>
            <a:off x="667512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245"/>
          <p:cNvSpPr/>
          <p:nvPr/>
        </p:nvSpPr>
        <p:spPr>
          <a:xfrm>
            <a:off x="667512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46"/>
          <p:cNvSpPr/>
          <p:nvPr/>
        </p:nvSpPr>
        <p:spPr>
          <a:xfrm>
            <a:off x="667512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47"/>
          <p:cNvSpPr/>
          <p:nvPr/>
        </p:nvSpPr>
        <p:spPr>
          <a:xfrm>
            <a:off x="667512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48"/>
          <p:cNvSpPr/>
          <p:nvPr/>
        </p:nvSpPr>
        <p:spPr>
          <a:xfrm>
            <a:off x="667512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49"/>
          <p:cNvSpPr/>
          <p:nvPr/>
        </p:nvSpPr>
        <p:spPr>
          <a:xfrm>
            <a:off x="667512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50"/>
          <p:cNvSpPr/>
          <p:nvPr/>
        </p:nvSpPr>
        <p:spPr>
          <a:xfrm>
            <a:off x="667512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51"/>
          <p:cNvSpPr/>
          <p:nvPr/>
        </p:nvSpPr>
        <p:spPr>
          <a:xfrm>
            <a:off x="667512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52"/>
          <p:cNvSpPr/>
          <p:nvPr/>
        </p:nvSpPr>
        <p:spPr>
          <a:xfrm>
            <a:off x="667512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53"/>
          <p:cNvSpPr/>
          <p:nvPr/>
        </p:nvSpPr>
        <p:spPr>
          <a:xfrm>
            <a:off x="667512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54"/>
          <p:cNvSpPr/>
          <p:nvPr/>
        </p:nvSpPr>
        <p:spPr>
          <a:xfrm>
            <a:off x="667512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255"/>
          <p:cNvSpPr/>
          <p:nvPr/>
        </p:nvSpPr>
        <p:spPr>
          <a:xfrm>
            <a:off x="667512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56"/>
          <p:cNvSpPr/>
          <p:nvPr/>
        </p:nvSpPr>
        <p:spPr>
          <a:xfrm>
            <a:off x="711396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257"/>
          <p:cNvSpPr/>
          <p:nvPr/>
        </p:nvSpPr>
        <p:spPr>
          <a:xfrm>
            <a:off x="711396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58"/>
          <p:cNvSpPr/>
          <p:nvPr/>
        </p:nvSpPr>
        <p:spPr>
          <a:xfrm>
            <a:off x="711396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59"/>
          <p:cNvSpPr/>
          <p:nvPr/>
        </p:nvSpPr>
        <p:spPr>
          <a:xfrm>
            <a:off x="711396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260"/>
          <p:cNvSpPr/>
          <p:nvPr/>
        </p:nvSpPr>
        <p:spPr>
          <a:xfrm>
            <a:off x="711396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61"/>
          <p:cNvSpPr/>
          <p:nvPr/>
        </p:nvSpPr>
        <p:spPr>
          <a:xfrm>
            <a:off x="711396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62"/>
          <p:cNvSpPr/>
          <p:nvPr/>
        </p:nvSpPr>
        <p:spPr>
          <a:xfrm>
            <a:off x="711396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63"/>
          <p:cNvSpPr/>
          <p:nvPr/>
        </p:nvSpPr>
        <p:spPr>
          <a:xfrm>
            <a:off x="711396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64"/>
          <p:cNvSpPr/>
          <p:nvPr/>
        </p:nvSpPr>
        <p:spPr>
          <a:xfrm>
            <a:off x="711396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65"/>
          <p:cNvSpPr/>
          <p:nvPr/>
        </p:nvSpPr>
        <p:spPr>
          <a:xfrm>
            <a:off x="711396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66"/>
          <p:cNvSpPr/>
          <p:nvPr/>
        </p:nvSpPr>
        <p:spPr>
          <a:xfrm>
            <a:off x="711396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67"/>
          <p:cNvSpPr/>
          <p:nvPr/>
        </p:nvSpPr>
        <p:spPr>
          <a:xfrm>
            <a:off x="711396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68"/>
          <p:cNvSpPr/>
          <p:nvPr/>
        </p:nvSpPr>
        <p:spPr>
          <a:xfrm>
            <a:off x="711396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69"/>
          <p:cNvSpPr/>
          <p:nvPr/>
        </p:nvSpPr>
        <p:spPr>
          <a:xfrm>
            <a:off x="711396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70"/>
          <p:cNvSpPr/>
          <p:nvPr/>
        </p:nvSpPr>
        <p:spPr>
          <a:xfrm>
            <a:off x="711396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71"/>
          <p:cNvSpPr/>
          <p:nvPr/>
        </p:nvSpPr>
        <p:spPr>
          <a:xfrm>
            <a:off x="711396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72"/>
          <p:cNvSpPr/>
          <p:nvPr/>
        </p:nvSpPr>
        <p:spPr>
          <a:xfrm>
            <a:off x="755280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73"/>
          <p:cNvSpPr/>
          <p:nvPr/>
        </p:nvSpPr>
        <p:spPr>
          <a:xfrm>
            <a:off x="755280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74"/>
          <p:cNvSpPr/>
          <p:nvPr/>
        </p:nvSpPr>
        <p:spPr>
          <a:xfrm>
            <a:off x="755280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75"/>
          <p:cNvSpPr/>
          <p:nvPr/>
        </p:nvSpPr>
        <p:spPr>
          <a:xfrm>
            <a:off x="755280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76"/>
          <p:cNvSpPr/>
          <p:nvPr/>
        </p:nvSpPr>
        <p:spPr>
          <a:xfrm>
            <a:off x="755280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77"/>
          <p:cNvSpPr/>
          <p:nvPr/>
        </p:nvSpPr>
        <p:spPr>
          <a:xfrm>
            <a:off x="755280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78"/>
          <p:cNvSpPr/>
          <p:nvPr/>
        </p:nvSpPr>
        <p:spPr>
          <a:xfrm>
            <a:off x="755280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279"/>
          <p:cNvSpPr/>
          <p:nvPr/>
        </p:nvSpPr>
        <p:spPr>
          <a:xfrm>
            <a:off x="755280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80"/>
          <p:cNvSpPr/>
          <p:nvPr/>
        </p:nvSpPr>
        <p:spPr>
          <a:xfrm>
            <a:off x="755280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81"/>
          <p:cNvSpPr/>
          <p:nvPr/>
        </p:nvSpPr>
        <p:spPr>
          <a:xfrm>
            <a:off x="755280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82"/>
          <p:cNvSpPr/>
          <p:nvPr/>
        </p:nvSpPr>
        <p:spPr>
          <a:xfrm>
            <a:off x="755280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283"/>
          <p:cNvSpPr/>
          <p:nvPr/>
        </p:nvSpPr>
        <p:spPr>
          <a:xfrm>
            <a:off x="755280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284"/>
          <p:cNvSpPr/>
          <p:nvPr/>
        </p:nvSpPr>
        <p:spPr>
          <a:xfrm>
            <a:off x="755280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85"/>
          <p:cNvSpPr/>
          <p:nvPr/>
        </p:nvSpPr>
        <p:spPr>
          <a:xfrm>
            <a:off x="755280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286"/>
          <p:cNvSpPr/>
          <p:nvPr/>
        </p:nvSpPr>
        <p:spPr>
          <a:xfrm>
            <a:off x="755280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287"/>
          <p:cNvSpPr/>
          <p:nvPr/>
        </p:nvSpPr>
        <p:spPr>
          <a:xfrm>
            <a:off x="755280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288"/>
          <p:cNvSpPr/>
          <p:nvPr/>
        </p:nvSpPr>
        <p:spPr>
          <a:xfrm>
            <a:off x="799200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289"/>
          <p:cNvSpPr/>
          <p:nvPr/>
        </p:nvSpPr>
        <p:spPr>
          <a:xfrm>
            <a:off x="799200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90"/>
          <p:cNvSpPr/>
          <p:nvPr/>
        </p:nvSpPr>
        <p:spPr>
          <a:xfrm>
            <a:off x="799200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91"/>
          <p:cNvSpPr/>
          <p:nvPr/>
        </p:nvSpPr>
        <p:spPr>
          <a:xfrm>
            <a:off x="799200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92"/>
          <p:cNvSpPr/>
          <p:nvPr/>
        </p:nvSpPr>
        <p:spPr>
          <a:xfrm>
            <a:off x="799200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293"/>
          <p:cNvSpPr/>
          <p:nvPr/>
        </p:nvSpPr>
        <p:spPr>
          <a:xfrm>
            <a:off x="799200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94"/>
          <p:cNvSpPr/>
          <p:nvPr/>
        </p:nvSpPr>
        <p:spPr>
          <a:xfrm>
            <a:off x="799200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95"/>
          <p:cNvSpPr/>
          <p:nvPr/>
        </p:nvSpPr>
        <p:spPr>
          <a:xfrm>
            <a:off x="799200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96"/>
          <p:cNvSpPr/>
          <p:nvPr/>
        </p:nvSpPr>
        <p:spPr>
          <a:xfrm>
            <a:off x="799200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297"/>
          <p:cNvSpPr/>
          <p:nvPr/>
        </p:nvSpPr>
        <p:spPr>
          <a:xfrm>
            <a:off x="799200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98"/>
          <p:cNvSpPr/>
          <p:nvPr/>
        </p:nvSpPr>
        <p:spPr>
          <a:xfrm>
            <a:off x="799200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99"/>
          <p:cNvSpPr/>
          <p:nvPr/>
        </p:nvSpPr>
        <p:spPr>
          <a:xfrm>
            <a:off x="799200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300"/>
          <p:cNvSpPr/>
          <p:nvPr/>
        </p:nvSpPr>
        <p:spPr>
          <a:xfrm>
            <a:off x="799200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301"/>
          <p:cNvSpPr/>
          <p:nvPr/>
        </p:nvSpPr>
        <p:spPr>
          <a:xfrm>
            <a:off x="799200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302"/>
          <p:cNvSpPr/>
          <p:nvPr/>
        </p:nvSpPr>
        <p:spPr>
          <a:xfrm>
            <a:off x="799200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303"/>
          <p:cNvSpPr/>
          <p:nvPr/>
        </p:nvSpPr>
        <p:spPr>
          <a:xfrm>
            <a:off x="799200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304"/>
          <p:cNvSpPr/>
          <p:nvPr/>
        </p:nvSpPr>
        <p:spPr>
          <a:xfrm>
            <a:off x="843084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05"/>
          <p:cNvSpPr/>
          <p:nvPr/>
        </p:nvSpPr>
        <p:spPr>
          <a:xfrm>
            <a:off x="843084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306"/>
          <p:cNvSpPr/>
          <p:nvPr/>
        </p:nvSpPr>
        <p:spPr>
          <a:xfrm>
            <a:off x="843084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307"/>
          <p:cNvSpPr/>
          <p:nvPr/>
        </p:nvSpPr>
        <p:spPr>
          <a:xfrm>
            <a:off x="843084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308"/>
          <p:cNvSpPr/>
          <p:nvPr/>
        </p:nvSpPr>
        <p:spPr>
          <a:xfrm>
            <a:off x="843084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309"/>
          <p:cNvSpPr/>
          <p:nvPr/>
        </p:nvSpPr>
        <p:spPr>
          <a:xfrm>
            <a:off x="843084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310"/>
          <p:cNvSpPr/>
          <p:nvPr/>
        </p:nvSpPr>
        <p:spPr>
          <a:xfrm>
            <a:off x="843084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311"/>
          <p:cNvSpPr/>
          <p:nvPr/>
        </p:nvSpPr>
        <p:spPr>
          <a:xfrm>
            <a:off x="843084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312"/>
          <p:cNvSpPr/>
          <p:nvPr/>
        </p:nvSpPr>
        <p:spPr>
          <a:xfrm>
            <a:off x="843084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313"/>
          <p:cNvSpPr/>
          <p:nvPr/>
        </p:nvSpPr>
        <p:spPr>
          <a:xfrm>
            <a:off x="843084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314"/>
          <p:cNvSpPr/>
          <p:nvPr/>
        </p:nvSpPr>
        <p:spPr>
          <a:xfrm>
            <a:off x="843084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315"/>
          <p:cNvSpPr/>
          <p:nvPr/>
        </p:nvSpPr>
        <p:spPr>
          <a:xfrm>
            <a:off x="843084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316"/>
          <p:cNvSpPr/>
          <p:nvPr/>
        </p:nvSpPr>
        <p:spPr>
          <a:xfrm>
            <a:off x="843084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317"/>
          <p:cNvSpPr/>
          <p:nvPr/>
        </p:nvSpPr>
        <p:spPr>
          <a:xfrm>
            <a:off x="843084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318"/>
          <p:cNvSpPr/>
          <p:nvPr/>
        </p:nvSpPr>
        <p:spPr>
          <a:xfrm>
            <a:off x="843084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319"/>
          <p:cNvSpPr/>
          <p:nvPr/>
        </p:nvSpPr>
        <p:spPr>
          <a:xfrm>
            <a:off x="843084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320"/>
          <p:cNvSpPr/>
          <p:nvPr/>
        </p:nvSpPr>
        <p:spPr>
          <a:xfrm>
            <a:off x="886968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321"/>
          <p:cNvSpPr/>
          <p:nvPr/>
        </p:nvSpPr>
        <p:spPr>
          <a:xfrm>
            <a:off x="886968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322"/>
          <p:cNvSpPr/>
          <p:nvPr/>
        </p:nvSpPr>
        <p:spPr>
          <a:xfrm>
            <a:off x="886968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323"/>
          <p:cNvSpPr/>
          <p:nvPr/>
        </p:nvSpPr>
        <p:spPr>
          <a:xfrm>
            <a:off x="886968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324"/>
          <p:cNvSpPr/>
          <p:nvPr/>
        </p:nvSpPr>
        <p:spPr>
          <a:xfrm>
            <a:off x="886968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25"/>
          <p:cNvSpPr/>
          <p:nvPr/>
        </p:nvSpPr>
        <p:spPr>
          <a:xfrm>
            <a:off x="886968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326"/>
          <p:cNvSpPr/>
          <p:nvPr/>
        </p:nvSpPr>
        <p:spPr>
          <a:xfrm>
            <a:off x="886968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327"/>
          <p:cNvSpPr/>
          <p:nvPr/>
        </p:nvSpPr>
        <p:spPr>
          <a:xfrm>
            <a:off x="886968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328"/>
          <p:cNvSpPr/>
          <p:nvPr/>
        </p:nvSpPr>
        <p:spPr>
          <a:xfrm>
            <a:off x="886968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329"/>
          <p:cNvSpPr/>
          <p:nvPr/>
        </p:nvSpPr>
        <p:spPr>
          <a:xfrm>
            <a:off x="886968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330"/>
          <p:cNvSpPr/>
          <p:nvPr/>
        </p:nvSpPr>
        <p:spPr>
          <a:xfrm>
            <a:off x="886968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331"/>
          <p:cNvSpPr/>
          <p:nvPr/>
        </p:nvSpPr>
        <p:spPr>
          <a:xfrm>
            <a:off x="886968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32"/>
          <p:cNvSpPr/>
          <p:nvPr/>
        </p:nvSpPr>
        <p:spPr>
          <a:xfrm>
            <a:off x="886968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333"/>
          <p:cNvSpPr/>
          <p:nvPr/>
        </p:nvSpPr>
        <p:spPr>
          <a:xfrm>
            <a:off x="886968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34"/>
          <p:cNvSpPr/>
          <p:nvPr/>
        </p:nvSpPr>
        <p:spPr>
          <a:xfrm>
            <a:off x="886968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335"/>
          <p:cNvSpPr/>
          <p:nvPr/>
        </p:nvSpPr>
        <p:spPr>
          <a:xfrm>
            <a:off x="886968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336"/>
          <p:cNvSpPr/>
          <p:nvPr/>
        </p:nvSpPr>
        <p:spPr>
          <a:xfrm>
            <a:off x="930852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337"/>
          <p:cNvSpPr/>
          <p:nvPr/>
        </p:nvSpPr>
        <p:spPr>
          <a:xfrm>
            <a:off x="930852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338"/>
          <p:cNvSpPr/>
          <p:nvPr/>
        </p:nvSpPr>
        <p:spPr>
          <a:xfrm>
            <a:off x="930852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339"/>
          <p:cNvSpPr/>
          <p:nvPr/>
        </p:nvSpPr>
        <p:spPr>
          <a:xfrm>
            <a:off x="930852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340"/>
          <p:cNvSpPr/>
          <p:nvPr/>
        </p:nvSpPr>
        <p:spPr>
          <a:xfrm>
            <a:off x="930852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341"/>
          <p:cNvSpPr/>
          <p:nvPr/>
        </p:nvSpPr>
        <p:spPr>
          <a:xfrm>
            <a:off x="930852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342"/>
          <p:cNvSpPr/>
          <p:nvPr/>
        </p:nvSpPr>
        <p:spPr>
          <a:xfrm>
            <a:off x="930852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343"/>
          <p:cNvSpPr/>
          <p:nvPr/>
        </p:nvSpPr>
        <p:spPr>
          <a:xfrm>
            <a:off x="930852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344"/>
          <p:cNvSpPr/>
          <p:nvPr/>
        </p:nvSpPr>
        <p:spPr>
          <a:xfrm>
            <a:off x="930852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345"/>
          <p:cNvSpPr/>
          <p:nvPr/>
        </p:nvSpPr>
        <p:spPr>
          <a:xfrm>
            <a:off x="930852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346"/>
          <p:cNvSpPr/>
          <p:nvPr/>
        </p:nvSpPr>
        <p:spPr>
          <a:xfrm>
            <a:off x="930852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347"/>
          <p:cNvSpPr/>
          <p:nvPr/>
        </p:nvSpPr>
        <p:spPr>
          <a:xfrm>
            <a:off x="930852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348"/>
          <p:cNvSpPr/>
          <p:nvPr/>
        </p:nvSpPr>
        <p:spPr>
          <a:xfrm>
            <a:off x="930852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349"/>
          <p:cNvSpPr/>
          <p:nvPr/>
        </p:nvSpPr>
        <p:spPr>
          <a:xfrm>
            <a:off x="930852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350"/>
          <p:cNvSpPr/>
          <p:nvPr/>
        </p:nvSpPr>
        <p:spPr>
          <a:xfrm>
            <a:off x="930852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351"/>
          <p:cNvSpPr/>
          <p:nvPr/>
        </p:nvSpPr>
        <p:spPr>
          <a:xfrm>
            <a:off x="930852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352"/>
          <p:cNvSpPr/>
          <p:nvPr/>
        </p:nvSpPr>
        <p:spPr>
          <a:xfrm>
            <a:off x="974736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353"/>
          <p:cNvSpPr/>
          <p:nvPr/>
        </p:nvSpPr>
        <p:spPr>
          <a:xfrm>
            <a:off x="974736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354"/>
          <p:cNvSpPr/>
          <p:nvPr/>
        </p:nvSpPr>
        <p:spPr>
          <a:xfrm>
            <a:off x="974736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355"/>
          <p:cNvSpPr/>
          <p:nvPr/>
        </p:nvSpPr>
        <p:spPr>
          <a:xfrm>
            <a:off x="974736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356"/>
          <p:cNvSpPr/>
          <p:nvPr/>
        </p:nvSpPr>
        <p:spPr>
          <a:xfrm>
            <a:off x="974736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357"/>
          <p:cNvSpPr/>
          <p:nvPr/>
        </p:nvSpPr>
        <p:spPr>
          <a:xfrm>
            <a:off x="974736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358"/>
          <p:cNvSpPr/>
          <p:nvPr/>
        </p:nvSpPr>
        <p:spPr>
          <a:xfrm>
            <a:off x="974736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359"/>
          <p:cNvSpPr/>
          <p:nvPr/>
        </p:nvSpPr>
        <p:spPr>
          <a:xfrm>
            <a:off x="974736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360"/>
          <p:cNvSpPr/>
          <p:nvPr/>
        </p:nvSpPr>
        <p:spPr>
          <a:xfrm>
            <a:off x="974736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361"/>
          <p:cNvSpPr/>
          <p:nvPr/>
        </p:nvSpPr>
        <p:spPr>
          <a:xfrm>
            <a:off x="974736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362"/>
          <p:cNvSpPr/>
          <p:nvPr/>
        </p:nvSpPr>
        <p:spPr>
          <a:xfrm>
            <a:off x="974736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363"/>
          <p:cNvSpPr/>
          <p:nvPr/>
        </p:nvSpPr>
        <p:spPr>
          <a:xfrm>
            <a:off x="974736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364"/>
          <p:cNvSpPr/>
          <p:nvPr/>
        </p:nvSpPr>
        <p:spPr>
          <a:xfrm>
            <a:off x="974736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365"/>
          <p:cNvSpPr/>
          <p:nvPr/>
        </p:nvSpPr>
        <p:spPr>
          <a:xfrm>
            <a:off x="974736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366"/>
          <p:cNvSpPr/>
          <p:nvPr/>
        </p:nvSpPr>
        <p:spPr>
          <a:xfrm>
            <a:off x="974736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367"/>
          <p:cNvSpPr/>
          <p:nvPr/>
        </p:nvSpPr>
        <p:spPr>
          <a:xfrm>
            <a:off x="974736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368"/>
          <p:cNvSpPr/>
          <p:nvPr/>
        </p:nvSpPr>
        <p:spPr>
          <a:xfrm>
            <a:off x="1018656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369"/>
          <p:cNvSpPr/>
          <p:nvPr/>
        </p:nvSpPr>
        <p:spPr>
          <a:xfrm>
            <a:off x="1018656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370"/>
          <p:cNvSpPr/>
          <p:nvPr/>
        </p:nvSpPr>
        <p:spPr>
          <a:xfrm>
            <a:off x="1018656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371"/>
          <p:cNvSpPr/>
          <p:nvPr/>
        </p:nvSpPr>
        <p:spPr>
          <a:xfrm>
            <a:off x="1018656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372"/>
          <p:cNvSpPr/>
          <p:nvPr/>
        </p:nvSpPr>
        <p:spPr>
          <a:xfrm>
            <a:off x="1018656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373"/>
          <p:cNvSpPr/>
          <p:nvPr/>
        </p:nvSpPr>
        <p:spPr>
          <a:xfrm>
            <a:off x="1018656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374"/>
          <p:cNvSpPr/>
          <p:nvPr/>
        </p:nvSpPr>
        <p:spPr>
          <a:xfrm>
            <a:off x="1018656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375"/>
          <p:cNvSpPr/>
          <p:nvPr/>
        </p:nvSpPr>
        <p:spPr>
          <a:xfrm>
            <a:off x="1018656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376"/>
          <p:cNvSpPr/>
          <p:nvPr/>
        </p:nvSpPr>
        <p:spPr>
          <a:xfrm>
            <a:off x="1018656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377"/>
          <p:cNvSpPr/>
          <p:nvPr/>
        </p:nvSpPr>
        <p:spPr>
          <a:xfrm>
            <a:off x="1018656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378"/>
          <p:cNvSpPr/>
          <p:nvPr/>
        </p:nvSpPr>
        <p:spPr>
          <a:xfrm>
            <a:off x="1018656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379"/>
          <p:cNvSpPr/>
          <p:nvPr/>
        </p:nvSpPr>
        <p:spPr>
          <a:xfrm>
            <a:off x="1018656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380"/>
          <p:cNvSpPr/>
          <p:nvPr/>
        </p:nvSpPr>
        <p:spPr>
          <a:xfrm>
            <a:off x="1018656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381"/>
          <p:cNvSpPr/>
          <p:nvPr/>
        </p:nvSpPr>
        <p:spPr>
          <a:xfrm>
            <a:off x="1018656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382"/>
          <p:cNvSpPr/>
          <p:nvPr/>
        </p:nvSpPr>
        <p:spPr>
          <a:xfrm>
            <a:off x="1018656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383"/>
          <p:cNvSpPr/>
          <p:nvPr/>
        </p:nvSpPr>
        <p:spPr>
          <a:xfrm>
            <a:off x="1018656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384"/>
          <p:cNvSpPr/>
          <p:nvPr/>
        </p:nvSpPr>
        <p:spPr>
          <a:xfrm>
            <a:off x="1062540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385"/>
          <p:cNvSpPr/>
          <p:nvPr/>
        </p:nvSpPr>
        <p:spPr>
          <a:xfrm>
            <a:off x="1062540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386"/>
          <p:cNvSpPr/>
          <p:nvPr/>
        </p:nvSpPr>
        <p:spPr>
          <a:xfrm>
            <a:off x="1062540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387"/>
          <p:cNvSpPr/>
          <p:nvPr/>
        </p:nvSpPr>
        <p:spPr>
          <a:xfrm>
            <a:off x="1062540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388"/>
          <p:cNvSpPr/>
          <p:nvPr/>
        </p:nvSpPr>
        <p:spPr>
          <a:xfrm>
            <a:off x="1062540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89"/>
          <p:cNvSpPr/>
          <p:nvPr/>
        </p:nvSpPr>
        <p:spPr>
          <a:xfrm>
            <a:off x="1062540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90"/>
          <p:cNvSpPr/>
          <p:nvPr/>
        </p:nvSpPr>
        <p:spPr>
          <a:xfrm>
            <a:off x="1062540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391"/>
          <p:cNvSpPr/>
          <p:nvPr/>
        </p:nvSpPr>
        <p:spPr>
          <a:xfrm>
            <a:off x="1062540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392"/>
          <p:cNvSpPr/>
          <p:nvPr/>
        </p:nvSpPr>
        <p:spPr>
          <a:xfrm>
            <a:off x="1062540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393"/>
          <p:cNvSpPr/>
          <p:nvPr/>
        </p:nvSpPr>
        <p:spPr>
          <a:xfrm>
            <a:off x="1062540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394"/>
          <p:cNvSpPr/>
          <p:nvPr/>
        </p:nvSpPr>
        <p:spPr>
          <a:xfrm>
            <a:off x="1062540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395"/>
          <p:cNvSpPr/>
          <p:nvPr/>
        </p:nvSpPr>
        <p:spPr>
          <a:xfrm>
            <a:off x="1062540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396"/>
          <p:cNvSpPr/>
          <p:nvPr/>
        </p:nvSpPr>
        <p:spPr>
          <a:xfrm>
            <a:off x="1062540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397"/>
          <p:cNvSpPr/>
          <p:nvPr/>
        </p:nvSpPr>
        <p:spPr>
          <a:xfrm>
            <a:off x="1062540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398"/>
          <p:cNvSpPr/>
          <p:nvPr/>
        </p:nvSpPr>
        <p:spPr>
          <a:xfrm>
            <a:off x="1062540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399"/>
          <p:cNvSpPr/>
          <p:nvPr/>
        </p:nvSpPr>
        <p:spPr>
          <a:xfrm>
            <a:off x="1062540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400"/>
          <p:cNvSpPr/>
          <p:nvPr/>
        </p:nvSpPr>
        <p:spPr>
          <a:xfrm>
            <a:off x="1106424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401"/>
          <p:cNvSpPr/>
          <p:nvPr/>
        </p:nvSpPr>
        <p:spPr>
          <a:xfrm>
            <a:off x="1106424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402"/>
          <p:cNvSpPr/>
          <p:nvPr/>
        </p:nvSpPr>
        <p:spPr>
          <a:xfrm>
            <a:off x="1106424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403"/>
          <p:cNvSpPr/>
          <p:nvPr/>
        </p:nvSpPr>
        <p:spPr>
          <a:xfrm>
            <a:off x="1106424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404"/>
          <p:cNvSpPr/>
          <p:nvPr/>
        </p:nvSpPr>
        <p:spPr>
          <a:xfrm>
            <a:off x="1106424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405"/>
          <p:cNvSpPr/>
          <p:nvPr/>
        </p:nvSpPr>
        <p:spPr>
          <a:xfrm>
            <a:off x="1106424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406"/>
          <p:cNvSpPr/>
          <p:nvPr/>
        </p:nvSpPr>
        <p:spPr>
          <a:xfrm>
            <a:off x="1106424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407"/>
          <p:cNvSpPr/>
          <p:nvPr/>
        </p:nvSpPr>
        <p:spPr>
          <a:xfrm>
            <a:off x="1106424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408"/>
          <p:cNvSpPr/>
          <p:nvPr/>
        </p:nvSpPr>
        <p:spPr>
          <a:xfrm>
            <a:off x="1106424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409"/>
          <p:cNvSpPr/>
          <p:nvPr/>
        </p:nvSpPr>
        <p:spPr>
          <a:xfrm>
            <a:off x="1106424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410"/>
          <p:cNvSpPr/>
          <p:nvPr/>
        </p:nvSpPr>
        <p:spPr>
          <a:xfrm>
            <a:off x="1106424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411"/>
          <p:cNvSpPr/>
          <p:nvPr/>
        </p:nvSpPr>
        <p:spPr>
          <a:xfrm>
            <a:off x="1106424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412"/>
          <p:cNvSpPr/>
          <p:nvPr/>
        </p:nvSpPr>
        <p:spPr>
          <a:xfrm>
            <a:off x="1106424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413"/>
          <p:cNvSpPr/>
          <p:nvPr/>
        </p:nvSpPr>
        <p:spPr>
          <a:xfrm>
            <a:off x="1106424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414"/>
          <p:cNvSpPr/>
          <p:nvPr/>
        </p:nvSpPr>
        <p:spPr>
          <a:xfrm>
            <a:off x="1106424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415"/>
          <p:cNvSpPr/>
          <p:nvPr/>
        </p:nvSpPr>
        <p:spPr>
          <a:xfrm>
            <a:off x="1106424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416"/>
          <p:cNvSpPr/>
          <p:nvPr/>
        </p:nvSpPr>
        <p:spPr>
          <a:xfrm>
            <a:off x="1150308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417"/>
          <p:cNvSpPr/>
          <p:nvPr/>
        </p:nvSpPr>
        <p:spPr>
          <a:xfrm>
            <a:off x="1150308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418"/>
          <p:cNvSpPr/>
          <p:nvPr/>
        </p:nvSpPr>
        <p:spPr>
          <a:xfrm>
            <a:off x="1150308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419"/>
          <p:cNvSpPr/>
          <p:nvPr/>
        </p:nvSpPr>
        <p:spPr>
          <a:xfrm>
            <a:off x="1150308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420"/>
          <p:cNvSpPr/>
          <p:nvPr/>
        </p:nvSpPr>
        <p:spPr>
          <a:xfrm>
            <a:off x="1150308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421"/>
          <p:cNvSpPr/>
          <p:nvPr/>
        </p:nvSpPr>
        <p:spPr>
          <a:xfrm>
            <a:off x="1150308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422"/>
          <p:cNvSpPr/>
          <p:nvPr/>
        </p:nvSpPr>
        <p:spPr>
          <a:xfrm>
            <a:off x="1150308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423"/>
          <p:cNvSpPr/>
          <p:nvPr/>
        </p:nvSpPr>
        <p:spPr>
          <a:xfrm>
            <a:off x="1150308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424"/>
          <p:cNvSpPr/>
          <p:nvPr/>
        </p:nvSpPr>
        <p:spPr>
          <a:xfrm>
            <a:off x="1150308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425"/>
          <p:cNvSpPr/>
          <p:nvPr/>
        </p:nvSpPr>
        <p:spPr>
          <a:xfrm>
            <a:off x="1150308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426"/>
          <p:cNvSpPr/>
          <p:nvPr/>
        </p:nvSpPr>
        <p:spPr>
          <a:xfrm>
            <a:off x="1150308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427"/>
          <p:cNvSpPr/>
          <p:nvPr/>
        </p:nvSpPr>
        <p:spPr>
          <a:xfrm>
            <a:off x="1150308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428"/>
          <p:cNvSpPr/>
          <p:nvPr/>
        </p:nvSpPr>
        <p:spPr>
          <a:xfrm>
            <a:off x="1150308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429"/>
          <p:cNvSpPr/>
          <p:nvPr/>
        </p:nvSpPr>
        <p:spPr>
          <a:xfrm>
            <a:off x="1150308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430"/>
          <p:cNvSpPr/>
          <p:nvPr/>
        </p:nvSpPr>
        <p:spPr>
          <a:xfrm>
            <a:off x="1150308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431"/>
          <p:cNvSpPr/>
          <p:nvPr/>
        </p:nvSpPr>
        <p:spPr>
          <a:xfrm>
            <a:off x="1150308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432"/>
          <p:cNvSpPr/>
          <p:nvPr/>
        </p:nvSpPr>
        <p:spPr>
          <a:xfrm>
            <a:off x="11941920" y="45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433"/>
          <p:cNvSpPr/>
          <p:nvPr/>
        </p:nvSpPr>
        <p:spPr>
          <a:xfrm>
            <a:off x="11941920" y="484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434"/>
          <p:cNvSpPr/>
          <p:nvPr/>
        </p:nvSpPr>
        <p:spPr>
          <a:xfrm>
            <a:off x="11941920" y="923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435"/>
          <p:cNvSpPr/>
          <p:nvPr/>
        </p:nvSpPr>
        <p:spPr>
          <a:xfrm>
            <a:off x="11941920" y="13626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436"/>
          <p:cNvSpPr/>
          <p:nvPr/>
        </p:nvSpPr>
        <p:spPr>
          <a:xfrm>
            <a:off x="11941920" y="18014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437"/>
          <p:cNvSpPr/>
          <p:nvPr/>
        </p:nvSpPr>
        <p:spPr>
          <a:xfrm>
            <a:off x="11941920" y="22402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438"/>
          <p:cNvSpPr/>
          <p:nvPr/>
        </p:nvSpPr>
        <p:spPr>
          <a:xfrm>
            <a:off x="11941920" y="26791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439"/>
          <p:cNvSpPr/>
          <p:nvPr/>
        </p:nvSpPr>
        <p:spPr>
          <a:xfrm>
            <a:off x="11941920" y="31179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440"/>
          <p:cNvSpPr/>
          <p:nvPr/>
        </p:nvSpPr>
        <p:spPr>
          <a:xfrm>
            <a:off x="11941920" y="35571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441"/>
          <p:cNvSpPr/>
          <p:nvPr/>
        </p:nvSpPr>
        <p:spPr>
          <a:xfrm>
            <a:off x="11941920" y="39960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442"/>
          <p:cNvSpPr/>
          <p:nvPr/>
        </p:nvSpPr>
        <p:spPr>
          <a:xfrm>
            <a:off x="11941920" y="443484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443"/>
          <p:cNvSpPr/>
          <p:nvPr/>
        </p:nvSpPr>
        <p:spPr>
          <a:xfrm>
            <a:off x="11941920" y="487368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444"/>
          <p:cNvSpPr/>
          <p:nvPr/>
        </p:nvSpPr>
        <p:spPr>
          <a:xfrm>
            <a:off x="11941920" y="53125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445"/>
          <p:cNvSpPr/>
          <p:nvPr/>
        </p:nvSpPr>
        <p:spPr>
          <a:xfrm>
            <a:off x="11941920" y="575172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446"/>
          <p:cNvSpPr/>
          <p:nvPr/>
        </p:nvSpPr>
        <p:spPr>
          <a:xfrm>
            <a:off x="11941920" y="619056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447"/>
          <p:cNvSpPr/>
          <p:nvPr/>
        </p:nvSpPr>
        <p:spPr>
          <a:xfrm>
            <a:off x="11941920" y="6629400"/>
            <a:ext cx="36360" cy="36360"/>
          </a:xfr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640" bIns="-8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448"/>
          <p:cNvSpPr/>
          <p:nvPr/>
        </p:nvSpPr>
        <p:spPr>
          <a:xfrm>
            <a:off x="182880" y="457200"/>
            <a:ext cx="2742840" cy="2742840"/>
          </a:xfrm>
          <a:solidFill>
            <a:srgbClr val="00d4ff">
              <a:alpha val="8000"/>
            </a:srgbClr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449"/>
          <p:cNvSpPr/>
          <p:nvPr/>
        </p:nvSpPr>
        <p:spPr>
          <a:xfrm>
            <a:off x="0" y="0"/>
            <a:ext cx="12188520" cy="63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450"/>
          <p:cNvSpPr/>
          <p:nvPr/>
        </p:nvSpPr>
        <p:spPr>
          <a:xfrm>
            <a:off x="0" y="6803280"/>
            <a:ext cx="12188520" cy="5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451"/>
          <p:cNvSpPr/>
          <p:nvPr/>
        </p:nvSpPr>
        <p:spPr>
          <a:xfrm>
            <a:off x="0" y="0"/>
            <a:ext cx="63720" cy="6857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452"/>
          <p:cNvSpPr/>
          <p:nvPr/>
        </p:nvSpPr>
        <p:spPr>
          <a:xfrm>
            <a:off x="100440" y="0"/>
            <a:ext cx="36360" cy="6857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453"/>
          <p:cNvSpPr/>
          <p:nvPr/>
        </p:nvSpPr>
        <p:spPr>
          <a:xfrm>
            <a:off x="201240" y="109800"/>
            <a:ext cx="3200040" cy="6638040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f"/>
            </a:solidFill>
            <a:round/>
          </a:ln>
          <a:effectLst>
            <a:outerShdw algn="bl" blurRad="15228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454"/>
          <p:cNvSpPr/>
          <p:nvPr/>
        </p:nvSpPr>
        <p:spPr>
          <a:xfrm>
            <a:off x="822960" y="274320"/>
            <a:ext cx="1956600" cy="1956600"/>
          </a:xfrm>
          <a:solidFill>
            <a:srgbClr val="070c18"/>
          </a:solidFill>
          <a:ln w="3175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455"/>
          <p:cNvSpPr/>
          <p:nvPr/>
        </p:nvSpPr>
        <p:spPr>
          <a:xfrm>
            <a:off x="749880" y="201240"/>
            <a:ext cx="2102760" cy="2102760"/>
          </a:xfrm>
          <a:solidFill>
            <a:srgbClr val="00d4ff">
              <a:alpha val="10000"/>
            </a:srgbClr>
          </a:solidFill>
          <a:ln w="5080">
            <a:solidFill>
              <a:srgbClr val="00d4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456"/>
          <p:cNvSpPr/>
          <p:nvPr/>
        </p:nvSpPr>
        <p:spPr>
          <a:xfrm>
            <a:off x="822960" y="274320"/>
            <a:ext cx="1956600" cy="19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40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AO</a:t>
            </a:r>
            <a:endParaRPr lang="en-IN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457"/>
          <p:cNvSpPr/>
          <p:nvPr/>
        </p:nvSpPr>
        <p:spPr>
          <a:xfrm>
            <a:off x="255960" y="2377440"/>
            <a:ext cx="3090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pc="34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ANKIT OJHA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458"/>
          <p:cNvSpPr/>
          <p:nvPr/>
        </p:nvSpPr>
        <p:spPr>
          <a:xfrm>
            <a:off x="475560" y="2889360"/>
            <a:ext cx="2651400" cy="32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459"/>
          <p:cNvSpPr/>
          <p:nvPr/>
        </p:nvSpPr>
        <p:spPr>
          <a:xfrm>
            <a:off x="475560" y="288936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70c18"/>
                </a:solidFill>
                <a:effectLst/>
                <a:uFillTx/>
                <a:latin typeface="Calibri"/>
                <a:ea typeface="Calibri"/>
              </a:rPr>
              <a:t>Security Researcher &amp; Ethical Hacker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462"/>
          <p:cNvSpPr/>
          <p:nvPr/>
        </p:nvSpPr>
        <p:spPr>
          <a:xfrm>
            <a:off x="475560" y="3310560"/>
            <a:ext cx="2651400" cy="292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463"/>
          <p:cNvSpPr/>
          <p:nvPr/>
        </p:nvSpPr>
        <p:spPr>
          <a:xfrm>
            <a:off x="475560" y="3310560"/>
            <a:ext cx="2651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070c18"/>
                </a:solidFill>
                <a:effectLst/>
                <a:uFillTx/>
                <a:latin typeface="Calibri"/>
                <a:ea typeface="Calibri"/>
              </a:rPr>
              <a:t>🎓  Your Forensics Instructor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2" name="Image 0" descr="preencoded.png"/>
          <p:cNvPicPr/>
          <p:nvPr/>
        </p:nvPicPr>
        <p:blipFill>
          <a:blip r:embed="rId1"/>
          <a:stretch/>
        </p:blipFill>
        <p:spPr>
          <a:xfrm>
            <a:off x="347400" y="407808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3" name="Text 464"/>
          <p:cNvSpPr/>
          <p:nvPr/>
        </p:nvSpPr>
        <p:spPr>
          <a:xfrm>
            <a:off x="640080" y="3986640"/>
            <a:ext cx="2697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Ankit.ojha.1432@gmail.com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4" name="Image 1" descr="preencoded.png"/>
          <p:cNvPicPr/>
          <p:nvPr/>
        </p:nvPicPr>
        <p:blipFill>
          <a:blip r:embed="rId2"/>
          <a:stretch/>
        </p:blipFill>
        <p:spPr>
          <a:xfrm>
            <a:off x="347400" y="454464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5" name="Text 465"/>
          <p:cNvSpPr/>
          <p:nvPr/>
        </p:nvSpPr>
        <p:spPr>
          <a:xfrm>
            <a:off x="640080" y="4453200"/>
            <a:ext cx="2697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+91 6375898568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6" name="Image 2" descr="preencoded.png"/>
          <p:cNvPicPr/>
          <p:nvPr/>
        </p:nvPicPr>
        <p:blipFill>
          <a:blip r:embed="rId3"/>
          <a:stretch/>
        </p:blipFill>
        <p:spPr>
          <a:xfrm>
            <a:off x="347400" y="501084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7" name="Text 466"/>
          <p:cNvSpPr/>
          <p:nvPr/>
        </p:nvSpPr>
        <p:spPr>
          <a:xfrm>
            <a:off x="640080" y="4919400"/>
            <a:ext cx="2697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linkedin.com/in/ankit-ojha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8" name="Image 3" descr="preencoded.png"/>
          <p:cNvPicPr/>
          <p:nvPr/>
        </p:nvPicPr>
        <p:blipFill>
          <a:blip r:embed="rId4"/>
          <a:stretch/>
        </p:blipFill>
        <p:spPr>
          <a:xfrm>
            <a:off x="347400" y="547740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9" name="Text 467"/>
          <p:cNvSpPr/>
          <p:nvPr/>
        </p:nvSpPr>
        <p:spPr>
          <a:xfrm>
            <a:off x="640080" y="5385960"/>
            <a:ext cx="2697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github.com/Ankit-Ojha16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0" name="Image 4" descr="preencoded.png"/>
          <p:cNvPicPr/>
          <p:nvPr/>
        </p:nvPicPr>
        <p:blipFill>
          <a:blip r:embed="rId5"/>
          <a:stretch/>
        </p:blipFill>
        <p:spPr>
          <a:xfrm>
            <a:off x="347400" y="594360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1" name="Text 468"/>
          <p:cNvSpPr/>
          <p:nvPr/>
        </p:nvSpPr>
        <p:spPr>
          <a:xfrm>
            <a:off x="640080" y="5852160"/>
            <a:ext cx="2697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cywarx.com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469"/>
          <p:cNvSpPr/>
          <p:nvPr/>
        </p:nvSpPr>
        <p:spPr>
          <a:xfrm>
            <a:off x="3547800" y="128160"/>
            <a:ext cx="8393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pc="181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VAPT &amp; Cybersecurity Professional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470"/>
          <p:cNvSpPr/>
          <p:nvPr/>
        </p:nvSpPr>
        <p:spPr>
          <a:xfrm>
            <a:off x="3547800" y="402480"/>
            <a:ext cx="8393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5+ Years Hunting Bugs, Breaking Systems, Staying Legal.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471"/>
          <p:cNvSpPr/>
          <p:nvPr/>
        </p:nvSpPr>
        <p:spPr>
          <a:xfrm>
            <a:off x="3547800" y="951120"/>
            <a:ext cx="8393760" cy="65808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472"/>
          <p:cNvSpPr/>
          <p:nvPr/>
        </p:nvSpPr>
        <p:spPr>
          <a:xfrm>
            <a:off x="3547800" y="951120"/>
            <a:ext cx="54360" cy="658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473"/>
          <p:cNvSpPr/>
          <p:nvPr/>
        </p:nvSpPr>
        <p:spPr>
          <a:xfrm>
            <a:off x="3712320" y="987480"/>
            <a:ext cx="81561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 am a Security Researcher — and I was always the kind of person who wanted to know how things break, not just that they break. That curiosity turned into a career. Five years in, I've helped secure some of India's most critical systems — CBI, Ministry of Defence, NITI Aayog, and more. I break systems legally, document everything, and make sure the real attackers find nothing.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474"/>
          <p:cNvSpPr/>
          <p:nvPr/>
        </p:nvSpPr>
        <p:spPr>
          <a:xfrm>
            <a:off x="3547800" y="1737360"/>
            <a:ext cx="1299600" cy="804240"/>
          </a:xfrm>
          <a:prstGeom prst="rect">
            <a:avLst/>
          </a:prstGeom>
          <a:solidFill>
            <a:srgbClr val="0d1b2a"/>
          </a:solidFill>
          <a:ln w="10160">
            <a:solidFill>
              <a:srgbClr val="ef4444"/>
            </a:solidFill>
            <a:round/>
          </a:ln>
          <a:effectLst>
            <a:outerShdw algn="bl" blurRad="15228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475"/>
          <p:cNvSpPr/>
          <p:nvPr/>
        </p:nvSpPr>
        <p:spPr>
          <a:xfrm>
            <a:off x="3547800" y="1737360"/>
            <a:ext cx="1299600" cy="5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9" name="Image 5" descr="preencoded.png"/>
          <p:cNvPicPr/>
          <p:nvPr/>
        </p:nvPicPr>
        <p:blipFill>
          <a:blip r:embed="rId6"/>
          <a:stretch/>
        </p:blipFill>
        <p:spPr>
          <a:xfrm>
            <a:off x="4033440" y="18655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Text 476"/>
          <p:cNvSpPr/>
          <p:nvPr/>
        </p:nvSpPr>
        <p:spPr>
          <a:xfrm>
            <a:off x="3584520" y="2231280"/>
            <a:ext cx="122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Web Pentest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477"/>
          <p:cNvSpPr/>
          <p:nvPr/>
        </p:nvSpPr>
        <p:spPr>
          <a:xfrm>
            <a:off x="4966560" y="1737360"/>
            <a:ext cx="1299600" cy="804240"/>
          </a:xfrm>
          <a:prstGeom prst="rect">
            <a:avLst/>
          </a:prstGeom>
          <a:solidFill>
            <a:srgbClr val="0d1b2a"/>
          </a:solidFill>
          <a:ln w="10160">
            <a:solidFill>
              <a:srgbClr val="f59e0b"/>
            </a:solidFill>
            <a:round/>
          </a:ln>
          <a:effectLst>
            <a:outerShdw algn="bl" blurRad="15228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478"/>
          <p:cNvSpPr/>
          <p:nvPr/>
        </p:nvSpPr>
        <p:spPr>
          <a:xfrm>
            <a:off x="4966560" y="1737360"/>
            <a:ext cx="129960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3" name="Image 6" descr="preencoded.png"/>
          <p:cNvPicPr/>
          <p:nvPr/>
        </p:nvPicPr>
        <p:blipFill>
          <a:blip r:embed="rId7"/>
          <a:stretch/>
        </p:blipFill>
        <p:spPr>
          <a:xfrm>
            <a:off x="5452200" y="18655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4" name="Text 479"/>
          <p:cNvSpPr/>
          <p:nvPr/>
        </p:nvSpPr>
        <p:spPr>
          <a:xfrm>
            <a:off x="5003280" y="2231280"/>
            <a:ext cx="122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Mobile VAPT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480"/>
          <p:cNvSpPr/>
          <p:nvPr/>
        </p:nvSpPr>
        <p:spPr>
          <a:xfrm>
            <a:off x="6385680" y="1737360"/>
            <a:ext cx="1299600" cy="804240"/>
          </a:xfrm>
          <a:prstGeom prst="rect">
            <a:avLst/>
          </a:prstGeom>
          <a:solidFill>
            <a:srgbClr val="0d1b2a"/>
          </a:solidFill>
          <a:ln w="10160">
            <a:solidFill>
              <a:srgbClr val="7c3aed"/>
            </a:solidFill>
            <a:round/>
          </a:ln>
          <a:effectLst>
            <a:outerShdw algn="bl" blurRad="15228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481"/>
          <p:cNvSpPr/>
          <p:nvPr/>
        </p:nvSpPr>
        <p:spPr>
          <a:xfrm>
            <a:off x="6385680" y="1737360"/>
            <a:ext cx="1299600" cy="5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7" name="Image 7" descr="preencoded.png"/>
          <p:cNvPicPr/>
          <p:nvPr/>
        </p:nvPicPr>
        <p:blipFill>
          <a:blip r:embed="rId8"/>
          <a:stretch/>
        </p:blipFill>
        <p:spPr>
          <a:xfrm>
            <a:off x="6870960" y="18655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8" name="Text 482"/>
          <p:cNvSpPr/>
          <p:nvPr/>
        </p:nvSpPr>
        <p:spPr>
          <a:xfrm>
            <a:off x="6422040" y="2231280"/>
            <a:ext cx="122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Network Audit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483"/>
          <p:cNvSpPr/>
          <p:nvPr/>
        </p:nvSpPr>
        <p:spPr>
          <a:xfrm>
            <a:off x="7804440" y="1737360"/>
            <a:ext cx="1299600" cy="804240"/>
          </a:xfrm>
          <a:prstGeom prst="rect">
            <a:avLst/>
          </a:prstGeom>
          <a:solidFill>
            <a:srgbClr val="0d1b2a"/>
          </a:solidFill>
          <a:ln w="10160">
            <a:solidFill>
              <a:srgbClr val="06b6d4"/>
            </a:solidFill>
            <a:round/>
          </a:ln>
          <a:effectLst>
            <a:outerShdw algn="bl" blurRad="15228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484"/>
          <p:cNvSpPr/>
          <p:nvPr/>
        </p:nvSpPr>
        <p:spPr>
          <a:xfrm>
            <a:off x="7804440" y="1737360"/>
            <a:ext cx="1299600" cy="5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1" name="Image 8" descr="preencoded.png"/>
          <p:cNvPicPr/>
          <p:nvPr/>
        </p:nvPicPr>
        <p:blipFill>
          <a:blip r:embed="rId9"/>
          <a:stretch/>
        </p:blipFill>
        <p:spPr>
          <a:xfrm>
            <a:off x="8289720" y="18655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Text 485"/>
          <p:cNvSpPr/>
          <p:nvPr/>
        </p:nvSpPr>
        <p:spPr>
          <a:xfrm>
            <a:off x="7841160" y="2231280"/>
            <a:ext cx="122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Cloud Security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486"/>
          <p:cNvSpPr/>
          <p:nvPr/>
        </p:nvSpPr>
        <p:spPr>
          <a:xfrm>
            <a:off x="9223200" y="1737360"/>
            <a:ext cx="1299600" cy="804240"/>
          </a:xfrm>
          <a:prstGeom prst="rect">
            <a:avLst/>
          </a:prstGeom>
          <a:solidFill>
            <a:srgbClr val="0d1b2a"/>
          </a:solidFill>
          <a:ln w="10160">
            <a:solidFill>
              <a:srgbClr val="10b981"/>
            </a:solidFill>
            <a:round/>
          </a:ln>
          <a:effectLst>
            <a:outerShdw algn="bl" blurRad="15228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487"/>
          <p:cNvSpPr/>
          <p:nvPr/>
        </p:nvSpPr>
        <p:spPr>
          <a:xfrm>
            <a:off x="9223200" y="1737360"/>
            <a:ext cx="1299600" cy="5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5" name="Image 9" descr="preencoded.png"/>
          <p:cNvPicPr/>
          <p:nvPr/>
        </p:nvPicPr>
        <p:blipFill>
          <a:blip r:embed="rId10"/>
          <a:stretch/>
        </p:blipFill>
        <p:spPr>
          <a:xfrm>
            <a:off x="9708480" y="18655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6" name="Text 488"/>
          <p:cNvSpPr/>
          <p:nvPr/>
        </p:nvSpPr>
        <p:spPr>
          <a:xfrm>
            <a:off x="9259920" y="2231280"/>
            <a:ext cx="122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Source Code Review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489"/>
          <p:cNvSpPr/>
          <p:nvPr/>
        </p:nvSpPr>
        <p:spPr>
          <a:xfrm>
            <a:off x="10641960" y="1737360"/>
            <a:ext cx="1299600" cy="804240"/>
          </a:xfrm>
          <a:prstGeom prst="rect">
            <a:avLst/>
          </a:prstGeom>
          <a:solidFill>
            <a:srgbClr val="0d1b2a"/>
          </a:solidFill>
          <a:ln w="10160">
            <a:solidFill>
              <a:srgbClr val="00d4ff"/>
            </a:solidFill>
            <a:round/>
          </a:ln>
          <a:effectLst>
            <a:outerShdw algn="bl" blurRad="15228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490"/>
          <p:cNvSpPr/>
          <p:nvPr/>
        </p:nvSpPr>
        <p:spPr>
          <a:xfrm>
            <a:off x="10641960" y="1737360"/>
            <a:ext cx="1299600" cy="54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9" name="Image 10" descr="preencoded.png"/>
          <p:cNvPicPr/>
          <p:nvPr/>
        </p:nvPicPr>
        <p:blipFill>
          <a:blip r:embed="rId11"/>
          <a:stretch/>
        </p:blipFill>
        <p:spPr>
          <a:xfrm>
            <a:off x="11127600" y="186552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0" name="Text 491"/>
          <p:cNvSpPr/>
          <p:nvPr/>
        </p:nvSpPr>
        <p:spPr>
          <a:xfrm>
            <a:off x="10678680" y="2231280"/>
            <a:ext cx="122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Digital Forensics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492"/>
          <p:cNvSpPr/>
          <p:nvPr/>
        </p:nvSpPr>
        <p:spPr>
          <a:xfrm>
            <a:off x="3547800" y="267912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201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EXPERIENCE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493"/>
          <p:cNvSpPr/>
          <p:nvPr/>
        </p:nvSpPr>
        <p:spPr>
          <a:xfrm>
            <a:off x="5303520" y="2797920"/>
            <a:ext cx="663804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494"/>
          <p:cNvSpPr/>
          <p:nvPr/>
        </p:nvSpPr>
        <p:spPr>
          <a:xfrm>
            <a:off x="3593520" y="3017520"/>
            <a:ext cx="127800" cy="127800"/>
          </a:xfrm>
          <a:solidFill>
            <a:srgbClr val="00d4ff"/>
          </a:solidFill>
          <a:ln w="127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495"/>
          <p:cNvSpPr/>
          <p:nvPr/>
        </p:nvSpPr>
        <p:spPr>
          <a:xfrm>
            <a:off x="3648600" y="3145680"/>
            <a:ext cx="18000" cy="23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496"/>
          <p:cNvSpPr/>
          <p:nvPr/>
        </p:nvSpPr>
        <p:spPr>
          <a:xfrm>
            <a:off x="3803760" y="2944440"/>
            <a:ext cx="6016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Consultant — ANB Solutions Pvt. Ltd (CERT-In)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497"/>
          <p:cNvSpPr/>
          <p:nvPr/>
        </p:nvSpPr>
        <p:spPr>
          <a:xfrm>
            <a:off x="10040040" y="2962800"/>
            <a:ext cx="1874160" cy="200880"/>
          </a:xfrm>
          <a:prstGeom prst="rect">
            <a:avLst/>
          </a:prstGeom>
          <a:solidFill>
            <a:srgbClr val="00d4ff">
              <a:alpha val="18000"/>
            </a:srgbClr>
          </a:solidFill>
          <a:ln w="635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498"/>
          <p:cNvSpPr/>
          <p:nvPr/>
        </p:nvSpPr>
        <p:spPr>
          <a:xfrm>
            <a:off x="10040040" y="2962800"/>
            <a:ext cx="1874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Jun 2024 – Present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499"/>
          <p:cNvSpPr/>
          <p:nvPr/>
        </p:nvSpPr>
        <p:spPr>
          <a:xfrm>
            <a:off x="3593520" y="3438000"/>
            <a:ext cx="127800" cy="127800"/>
          </a:xfr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500"/>
          <p:cNvSpPr/>
          <p:nvPr/>
        </p:nvSpPr>
        <p:spPr>
          <a:xfrm>
            <a:off x="3648600" y="3566160"/>
            <a:ext cx="18000" cy="23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501"/>
          <p:cNvSpPr/>
          <p:nvPr/>
        </p:nvSpPr>
        <p:spPr>
          <a:xfrm>
            <a:off x="3803760" y="3364920"/>
            <a:ext cx="6016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Ethical Hacker — FPLE Technologies Pvt. Ltd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502"/>
          <p:cNvSpPr/>
          <p:nvPr/>
        </p:nvSpPr>
        <p:spPr>
          <a:xfrm>
            <a:off x="10040040" y="3383280"/>
            <a:ext cx="1874160" cy="200880"/>
          </a:xfrm>
          <a:prstGeom prst="rect">
            <a:avLst/>
          </a:prstGeom>
          <a:solidFill>
            <a:srgbClr val="10b981">
              <a:alpha val="18000"/>
            </a:srgbClr>
          </a:solidFill>
          <a:ln w="63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503"/>
          <p:cNvSpPr/>
          <p:nvPr/>
        </p:nvSpPr>
        <p:spPr>
          <a:xfrm>
            <a:off x="10040040" y="3383280"/>
            <a:ext cx="1874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Former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504"/>
          <p:cNvSpPr/>
          <p:nvPr/>
        </p:nvSpPr>
        <p:spPr>
          <a:xfrm>
            <a:off x="3593520" y="3858840"/>
            <a:ext cx="127800" cy="127800"/>
          </a:xfr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505"/>
          <p:cNvSpPr/>
          <p:nvPr/>
        </p:nvSpPr>
        <p:spPr>
          <a:xfrm>
            <a:off x="3648600" y="3986640"/>
            <a:ext cx="18000" cy="23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506"/>
          <p:cNvSpPr/>
          <p:nvPr/>
        </p:nvSpPr>
        <p:spPr>
          <a:xfrm>
            <a:off x="3803760" y="3785760"/>
            <a:ext cx="6016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Cyber Security Analyst — Swadesh System Pvt. Ltd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507"/>
          <p:cNvSpPr/>
          <p:nvPr/>
        </p:nvSpPr>
        <p:spPr>
          <a:xfrm>
            <a:off x="10040040" y="3803760"/>
            <a:ext cx="1874160" cy="200880"/>
          </a:xfrm>
          <a:prstGeom prst="rect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508"/>
          <p:cNvSpPr/>
          <p:nvPr/>
        </p:nvSpPr>
        <p:spPr>
          <a:xfrm>
            <a:off x="10040040" y="3803760"/>
            <a:ext cx="1874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Former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509"/>
          <p:cNvSpPr/>
          <p:nvPr/>
        </p:nvSpPr>
        <p:spPr>
          <a:xfrm>
            <a:off x="3593520" y="4279320"/>
            <a:ext cx="127800" cy="127800"/>
          </a:xfr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510"/>
          <p:cNvSpPr/>
          <p:nvPr/>
        </p:nvSpPr>
        <p:spPr>
          <a:xfrm>
            <a:off x="3803760" y="4206240"/>
            <a:ext cx="6016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Security Analyst Intern — Requin Solutions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511"/>
          <p:cNvSpPr/>
          <p:nvPr/>
        </p:nvSpPr>
        <p:spPr>
          <a:xfrm>
            <a:off x="10040040" y="4224600"/>
            <a:ext cx="1874160" cy="200880"/>
          </a:xfrm>
          <a:prstGeom prst="rect">
            <a:avLst/>
          </a:prstGeom>
          <a:solidFill>
            <a:srgbClr val="f59e0b">
              <a:alpha val="18000"/>
            </a:srgbClr>
          </a:solidFill>
          <a:ln w="63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512"/>
          <p:cNvSpPr/>
          <p:nvPr/>
        </p:nvSpPr>
        <p:spPr>
          <a:xfrm>
            <a:off x="10040040" y="4224600"/>
            <a:ext cx="1874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8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Former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513"/>
          <p:cNvSpPr/>
          <p:nvPr/>
        </p:nvSpPr>
        <p:spPr>
          <a:xfrm>
            <a:off x="3547800" y="4645080"/>
            <a:ext cx="2422800" cy="273960"/>
          </a:xfrm>
          <a:prstGeom prst="rect">
            <a:avLst/>
          </a:prstGeom>
          <a:solidFill>
            <a:srgbClr val="ef4444">
              <a:alpha val="18000"/>
            </a:srgbClr>
          </a:solidFill>
          <a:ln w="762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514"/>
          <p:cNvSpPr/>
          <p:nvPr/>
        </p:nvSpPr>
        <p:spPr>
          <a:xfrm>
            <a:off x="3547800" y="464508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🎯  Free-time Bug Bounty Hunter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515"/>
          <p:cNvSpPr/>
          <p:nvPr/>
        </p:nvSpPr>
        <p:spPr>
          <a:xfrm>
            <a:off x="3547800" y="502920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201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NOTABLE CLIENTS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516"/>
          <p:cNvSpPr/>
          <p:nvPr/>
        </p:nvSpPr>
        <p:spPr>
          <a:xfrm>
            <a:off x="5724000" y="5139000"/>
            <a:ext cx="6217560" cy="1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517"/>
          <p:cNvSpPr/>
          <p:nvPr/>
        </p:nvSpPr>
        <p:spPr>
          <a:xfrm>
            <a:off x="3584520" y="5230440"/>
            <a:ext cx="840960" cy="347040"/>
          </a:xfrm>
          <a:prstGeom prst="rect">
            <a:avLst/>
          </a:prstGeom>
          <a:solidFill>
            <a:srgbClr val="0d1b2a"/>
          </a:solidFill>
          <a:ln w="889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518"/>
          <p:cNvSpPr/>
          <p:nvPr/>
        </p:nvSpPr>
        <p:spPr>
          <a:xfrm>
            <a:off x="3584520" y="5230440"/>
            <a:ext cx="840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CBI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519"/>
          <p:cNvSpPr/>
          <p:nvPr/>
        </p:nvSpPr>
        <p:spPr>
          <a:xfrm>
            <a:off x="4517280" y="5230440"/>
            <a:ext cx="840960" cy="347040"/>
          </a:xfrm>
          <a:prstGeom prst="rect">
            <a:avLst/>
          </a:prstGeom>
          <a:solidFill>
            <a:srgbClr val="0d1b2a"/>
          </a:solidFill>
          <a:ln w="889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520"/>
          <p:cNvSpPr/>
          <p:nvPr/>
        </p:nvSpPr>
        <p:spPr>
          <a:xfrm>
            <a:off x="4517280" y="5230440"/>
            <a:ext cx="840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Min. of Defence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521"/>
          <p:cNvSpPr/>
          <p:nvPr/>
        </p:nvSpPr>
        <p:spPr>
          <a:xfrm>
            <a:off x="5449680" y="5230440"/>
            <a:ext cx="840960" cy="347040"/>
          </a:xfrm>
          <a:prstGeom prst="rect">
            <a:avLst/>
          </a:prstGeom>
          <a:solidFill>
            <a:srgbClr val="0d1b2a"/>
          </a:solidFill>
          <a:ln w="889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522"/>
          <p:cNvSpPr/>
          <p:nvPr/>
        </p:nvSpPr>
        <p:spPr>
          <a:xfrm>
            <a:off x="5449680" y="5230440"/>
            <a:ext cx="840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NITI Aayog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523"/>
          <p:cNvSpPr/>
          <p:nvPr/>
        </p:nvSpPr>
        <p:spPr>
          <a:xfrm>
            <a:off x="6382440" y="5230440"/>
            <a:ext cx="840960" cy="347040"/>
          </a:xfrm>
          <a:prstGeom prst="rect">
            <a:avLst/>
          </a:prstGeom>
          <a:solidFill>
            <a:srgbClr val="0d1b2a"/>
          </a:solidFill>
          <a:ln w="889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524"/>
          <p:cNvSpPr/>
          <p:nvPr/>
        </p:nvSpPr>
        <p:spPr>
          <a:xfrm>
            <a:off x="6382440" y="5230440"/>
            <a:ext cx="840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DMRC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525"/>
          <p:cNvSpPr/>
          <p:nvPr/>
        </p:nvSpPr>
        <p:spPr>
          <a:xfrm>
            <a:off x="7315200" y="5230440"/>
            <a:ext cx="840960" cy="347040"/>
          </a:xfrm>
          <a:prstGeom prst="rect">
            <a:avLst/>
          </a:prstGeom>
          <a:solidFill>
            <a:srgbClr val="0d1b2a"/>
          </a:solidFill>
          <a:ln w="889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526"/>
          <p:cNvSpPr/>
          <p:nvPr/>
        </p:nvSpPr>
        <p:spPr>
          <a:xfrm>
            <a:off x="7315200" y="5230440"/>
            <a:ext cx="840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CBSE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527"/>
          <p:cNvSpPr/>
          <p:nvPr/>
        </p:nvSpPr>
        <p:spPr>
          <a:xfrm>
            <a:off x="8247960" y="5230440"/>
            <a:ext cx="840960" cy="347040"/>
          </a:xfrm>
          <a:prstGeom prst="rect">
            <a:avLst/>
          </a:prstGeom>
          <a:solidFill>
            <a:srgbClr val="0d1b2a"/>
          </a:solidFill>
          <a:ln w="889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528"/>
          <p:cNvSpPr/>
          <p:nvPr/>
        </p:nvSpPr>
        <p:spPr>
          <a:xfrm>
            <a:off x="8247960" y="5230440"/>
            <a:ext cx="840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NCERT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529"/>
          <p:cNvSpPr/>
          <p:nvPr/>
        </p:nvSpPr>
        <p:spPr>
          <a:xfrm>
            <a:off x="9180720" y="5230440"/>
            <a:ext cx="840960" cy="347040"/>
          </a:xfrm>
          <a:prstGeom prst="rect">
            <a:avLst/>
          </a:prstGeom>
          <a:solidFill>
            <a:srgbClr val="0d1b2a"/>
          </a:solidFill>
          <a:ln w="889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530"/>
          <p:cNvSpPr/>
          <p:nvPr/>
        </p:nvSpPr>
        <p:spPr>
          <a:xfrm>
            <a:off x="9180720" y="5230440"/>
            <a:ext cx="840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IRFC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531"/>
          <p:cNvSpPr/>
          <p:nvPr/>
        </p:nvSpPr>
        <p:spPr>
          <a:xfrm>
            <a:off x="10113120" y="5230440"/>
            <a:ext cx="840960" cy="347040"/>
          </a:xfrm>
          <a:prstGeom prst="rect">
            <a:avLst/>
          </a:prstGeom>
          <a:solidFill>
            <a:srgbClr val="0d1b2a"/>
          </a:solidFill>
          <a:ln w="889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532"/>
          <p:cNvSpPr/>
          <p:nvPr/>
        </p:nvSpPr>
        <p:spPr>
          <a:xfrm>
            <a:off x="10113120" y="5230440"/>
            <a:ext cx="840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APTransco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533"/>
          <p:cNvSpPr/>
          <p:nvPr/>
        </p:nvSpPr>
        <p:spPr>
          <a:xfrm>
            <a:off x="11045880" y="5230440"/>
            <a:ext cx="840960" cy="347040"/>
          </a:xfrm>
          <a:prstGeom prst="rect">
            <a:avLst/>
          </a:prstGeom>
          <a:solidFill>
            <a:srgbClr val="0d1b2a"/>
          </a:solidFill>
          <a:ln w="889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534"/>
          <p:cNvSpPr/>
          <p:nvPr/>
        </p:nvSpPr>
        <p:spPr>
          <a:xfrm>
            <a:off x="11045880" y="5230440"/>
            <a:ext cx="840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UPPCL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535"/>
          <p:cNvSpPr/>
          <p:nvPr/>
        </p:nvSpPr>
        <p:spPr>
          <a:xfrm>
            <a:off x="3584520" y="5687640"/>
            <a:ext cx="2006640" cy="895680"/>
          </a:xfrm>
          <a:prstGeom prst="rect">
            <a:avLst/>
          </a:prstGeom>
          <a:solidFill>
            <a:srgbClr val="0d1b2a"/>
          </a:solidFill>
          <a:ln w="8890">
            <a:solidFill>
              <a:srgbClr val="a78bfa"/>
            </a:solidFill>
            <a:round/>
          </a:ln>
          <a:effectLst>
            <a:outerShdw algn="bl" blurRad="15228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5" name="Image 11" descr="preencoded.png"/>
          <p:cNvPicPr/>
          <p:nvPr/>
        </p:nvPicPr>
        <p:blipFill>
          <a:blip r:embed="rId12"/>
          <a:stretch/>
        </p:blipFill>
        <p:spPr>
          <a:xfrm>
            <a:off x="3675960" y="57607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6" name="Text 536"/>
          <p:cNvSpPr/>
          <p:nvPr/>
        </p:nvSpPr>
        <p:spPr>
          <a:xfrm>
            <a:off x="4023360" y="5724000"/>
            <a:ext cx="151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Computer Games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537"/>
          <p:cNvSpPr/>
          <p:nvPr/>
        </p:nvSpPr>
        <p:spPr>
          <a:xfrm>
            <a:off x="4023360" y="5998320"/>
            <a:ext cx="151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Strategy &amp; FPS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538"/>
          <p:cNvSpPr/>
          <p:nvPr/>
        </p:nvSpPr>
        <p:spPr>
          <a:xfrm>
            <a:off x="3675960" y="6126480"/>
            <a:ext cx="91080" cy="91080"/>
          </a:xfrm>
          <a:solidFill>
            <a:srgbClr val="a78bfa">
              <a:alpha val="60000"/>
            </a:srgbClr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539"/>
          <p:cNvSpPr/>
          <p:nvPr/>
        </p:nvSpPr>
        <p:spPr>
          <a:xfrm>
            <a:off x="3803760" y="6144840"/>
            <a:ext cx="54360" cy="54360"/>
          </a:xfrm>
          <a:solidFill>
            <a:srgbClr val="a78bfa">
              <a:alpha val="75000"/>
            </a:srgbClr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540"/>
          <p:cNvSpPr/>
          <p:nvPr/>
        </p:nvSpPr>
        <p:spPr>
          <a:xfrm>
            <a:off x="5682960" y="5687640"/>
            <a:ext cx="2006640" cy="895680"/>
          </a:xfrm>
          <a:prstGeom prst="rect">
            <a:avLst/>
          </a:prstGeom>
          <a:solidFill>
            <a:srgbClr val="0d1b2a"/>
          </a:solidFill>
          <a:ln w="8890">
            <a:solidFill>
              <a:srgbClr val="fcd34d"/>
            </a:solidFill>
            <a:round/>
          </a:ln>
          <a:effectLst>
            <a:outerShdw algn="bl" blurRad="15228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1" name="Image 12" descr="preencoded.png"/>
          <p:cNvPicPr/>
          <p:nvPr/>
        </p:nvPicPr>
        <p:blipFill>
          <a:blip r:embed="rId13"/>
          <a:stretch/>
        </p:blipFill>
        <p:spPr>
          <a:xfrm>
            <a:off x="5774400" y="57607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2" name="Text 541"/>
          <p:cNvSpPr/>
          <p:nvPr/>
        </p:nvSpPr>
        <p:spPr>
          <a:xfrm>
            <a:off x="6121800" y="5724000"/>
            <a:ext cx="151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cd34d"/>
                </a:solidFill>
                <a:effectLst/>
                <a:uFillTx/>
                <a:latin typeface="Calibri"/>
                <a:ea typeface="Calibri"/>
              </a:rPr>
              <a:t>Bug Bounty Hunting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542"/>
          <p:cNvSpPr/>
          <p:nvPr/>
        </p:nvSpPr>
        <p:spPr>
          <a:xfrm>
            <a:off x="6121800" y="5998320"/>
            <a:ext cx="151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HackerOne · Bugcrowd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543"/>
          <p:cNvSpPr/>
          <p:nvPr/>
        </p:nvSpPr>
        <p:spPr>
          <a:xfrm>
            <a:off x="5774400" y="6126480"/>
            <a:ext cx="91080" cy="91080"/>
          </a:xfrm>
          <a:solidFill>
            <a:srgbClr val="fcd34d">
              <a:alpha val="60000"/>
            </a:srgbClr>
          </a:solidFill>
          <a:ln w="12700">
            <a:solidFill>
              <a:srgbClr val="fcd3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544"/>
          <p:cNvSpPr/>
          <p:nvPr/>
        </p:nvSpPr>
        <p:spPr>
          <a:xfrm>
            <a:off x="5902560" y="6144840"/>
            <a:ext cx="54360" cy="54360"/>
          </a:xfrm>
          <a:solidFill>
            <a:srgbClr val="fcd34d">
              <a:alpha val="75000"/>
            </a:srgbClr>
          </a:solidFill>
          <a:ln w="12700">
            <a:solidFill>
              <a:srgbClr val="fcd3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545"/>
          <p:cNvSpPr/>
          <p:nvPr/>
        </p:nvSpPr>
        <p:spPr>
          <a:xfrm>
            <a:off x="7781400" y="5687640"/>
            <a:ext cx="2006640" cy="895680"/>
          </a:xfrm>
          <a:prstGeom prst="rect">
            <a:avLst/>
          </a:prstGeom>
          <a:solidFill>
            <a:srgbClr val="0d1b2a"/>
          </a:solidFill>
          <a:ln w="8890">
            <a:solidFill>
              <a:srgbClr val="34d399"/>
            </a:solidFill>
            <a:round/>
          </a:ln>
          <a:effectLst>
            <a:outerShdw algn="bl" blurRad="15228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7" name="Image 13" descr="preencoded.png"/>
          <p:cNvPicPr/>
          <p:nvPr/>
        </p:nvPicPr>
        <p:blipFill>
          <a:blip r:embed="rId14"/>
          <a:stretch/>
        </p:blipFill>
        <p:spPr>
          <a:xfrm>
            <a:off x="7872840" y="57607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8" name="Text 546"/>
          <p:cNvSpPr/>
          <p:nvPr/>
        </p:nvSpPr>
        <p:spPr>
          <a:xfrm>
            <a:off x="8220600" y="5724000"/>
            <a:ext cx="151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34d399"/>
                </a:solidFill>
                <a:effectLst/>
                <a:uFillTx/>
                <a:latin typeface="Calibri"/>
                <a:ea typeface="Calibri"/>
              </a:rPr>
              <a:t>Digital Forensics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547"/>
          <p:cNvSpPr/>
          <p:nvPr/>
        </p:nvSpPr>
        <p:spPr>
          <a:xfrm>
            <a:off x="8220600" y="5998320"/>
            <a:ext cx="151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Evidence Recovery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548"/>
          <p:cNvSpPr/>
          <p:nvPr/>
        </p:nvSpPr>
        <p:spPr>
          <a:xfrm>
            <a:off x="7872840" y="6126480"/>
            <a:ext cx="91080" cy="91080"/>
          </a:xfrm>
          <a:solidFill>
            <a:srgbClr val="34d399">
              <a:alpha val="60000"/>
            </a:srgbClr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549"/>
          <p:cNvSpPr/>
          <p:nvPr/>
        </p:nvSpPr>
        <p:spPr>
          <a:xfrm>
            <a:off x="8001000" y="6144840"/>
            <a:ext cx="54360" cy="54360"/>
          </a:xfrm>
          <a:solidFill>
            <a:srgbClr val="34d399">
              <a:alpha val="75000"/>
            </a:srgbClr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550"/>
          <p:cNvSpPr/>
          <p:nvPr/>
        </p:nvSpPr>
        <p:spPr>
          <a:xfrm>
            <a:off x="9880200" y="5687640"/>
            <a:ext cx="2006640" cy="895680"/>
          </a:xfrm>
          <a:prstGeom prst="rect">
            <a:avLst/>
          </a:prstGeom>
          <a:solidFill>
            <a:srgbClr val="0d1b2a"/>
          </a:solidFill>
          <a:ln w="8890">
            <a:solidFill>
              <a:srgbClr val="60a5fa"/>
            </a:solidFill>
            <a:round/>
          </a:ln>
          <a:effectLst>
            <a:outerShdw algn="bl" blurRad="15228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3" name="Image 14" descr="preencoded.png"/>
          <p:cNvPicPr/>
          <p:nvPr/>
        </p:nvPicPr>
        <p:blipFill>
          <a:blip r:embed="rId15"/>
          <a:stretch/>
        </p:blipFill>
        <p:spPr>
          <a:xfrm>
            <a:off x="9971640" y="57607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4" name="Text 551"/>
          <p:cNvSpPr/>
          <p:nvPr/>
        </p:nvSpPr>
        <p:spPr>
          <a:xfrm>
            <a:off x="10319040" y="5724000"/>
            <a:ext cx="151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60a5fa"/>
                </a:solidFill>
                <a:effectLst/>
                <a:uFillTx/>
                <a:latin typeface="Calibri"/>
                <a:ea typeface="Calibri"/>
              </a:rPr>
              <a:t>Breaking Security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552"/>
          <p:cNvSpPr/>
          <p:nvPr/>
        </p:nvSpPr>
        <p:spPr>
          <a:xfrm>
            <a:off x="10319040" y="5998320"/>
            <a:ext cx="151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Finding Vulnerabilities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553"/>
          <p:cNvSpPr/>
          <p:nvPr/>
        </p:nvSpPr>
        <p:spPr>
          <a:xfrm>
            <a:off x="9971640" y="6126480"/>
            <a:ext cx="91080" cy="91080"/>
          </a:xfrm>
          <a:solidFill>
            <a:srgbClr val="60a5fa">
              <a:alpha val="60000"/>
            </a:srgbClr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554"/>
          <p:cNvSpPr/>
          <p:nvPr/>
        </p:nvSpPr>
        <p:spPr>
          <a:xfrm>
            <a:off x="10099440" y="6144840"/>
            <a:ext cx="54360" cy="54360"/>
          </a:xfrm>
          <a:solidFill>
            <a:srgbClr val="60a5fa">
              <a:alpha val="75000"/>
            </a:srgbClr>
          </a:solidFill>
          <a:ln w="12700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555"/>
          <p:cNvSpPr/>
          <p:nvPr/>
        </p:nvSpPr>
        <p:spPr>
          <a:xfrm>
            <a:off x="255960" y="6291000"/>
            <a:ext cx="3200040" cy="456840"/>
          </a:xfrm>
          <a:prstGeom prst="rect">
            <a:avLst/>
          </a:prstGeom>
          <a:solidFill>
            <a:srgbClr val="0d1b2a"/>
          </a:solidFill>
          <a:ln w="1016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556"/>
          <p:cNvSpPr/>
          <p:nvPr/>
        </p:nvSpPr>
        <p:spPr>
          <a:xfrm>
            <a:off x="255960" y="6291000"/>
            <a:ext cx="54360" cy="456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0" name="Image 15" descr="preencoded.png"/>
          <p:cNvPicPr/>
          <p:nvPr/>
        </p:nvPicPr>
        <p:blipFill>
          <a:blip r:embed="rId16"/>
          <a:stretch/>
        </p:blipFill>
        <p:spPr>
          <a:xfrm>
            <a:off x="365760" y="634608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Text 557"/>
          <p:cNvSpPr/>
          <p:nvPr/>
        </p:nvSpPr>
        <p:spPr>
          <a:xfrm>
            <a:off x="694800" y="629100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B.Tech CSE  — Poornima Group of Institutions, Jaipur  |  2018–2022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Application>LibreOffice/25.8.4.2$Linux_X86_64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2026-03-18T05:55:12Z</dcterms:created>
  <dc:creator>PptxGenJS</dc:creator>
  <dc:description/>
  <dc:language>en-IN</dc:language>
  <cp:lastModifiedBy/>
  <dcterms:modified xsi:type="dcterms:W3CDTF">2026-03-18T12:16:51Z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1</vt:i4>
  </property>
</Properties>
</file>